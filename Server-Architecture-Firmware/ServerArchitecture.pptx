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4" r:id="rId3"/>
    <p:sldId id="265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09"/>
    <p:restoredTop sz="94658"/>
  </p:normalViewPr>
  <p:slideViewPr>
    <p:cSldViewPr snapToGrid="0">
      <p:cViewPr varScale="1">
        <p:scale>
          <a:sx n="85" d="100"/>
          <a:sy n="85" d="100"/>
        </p:scale>
        <p:origin x="20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2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8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C9120B-6641-4081-7EC9-A386F78D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949725"/>
            <a:ext cx="7588155" cy="1414091"/>
          </a:xfrm>
        </p:spPr>
        <p:txBody>
          <a:bodyPr>
            <a:normAutofit/>
          </a:bodyPr>
          <a:lstStyle/>
          <a:p>
            <a:r>
              <a:rPr lang="en-US" sz="2400" dirty="0"/>
              <a:t>Nelson Lai</a:t>
            </a:r>
            <a:endParaRPr lang="en-TW" sz="2400" dirty="0"/>
          </a:p>
          <a:p>
            <a:r>
              <a:rPr lang="en-TW" sz="2400" dirty="0"/>
              <a:t>May-12, 2025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82A96D-E589-5E68-B770-2A71BF8B4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0"/>
            <a:ext cx="7588155" cy="2621154"/>
          </a:xfrm>
        </p:spPr>
        <p:txBody>
          <a:bodyPr/>
          <a:lstStyle/>
          <a:p>
            <a:r>
              <a:rPr lang="en-TW" dirty="0"/>
              <a:t>Amazing Talker Tutor</a:t>
            </a:r>
          </a:p>
        </p:txBody>
      </p:sp>
    </p:spTree>
    <p:extLst>
      <p:ext uri="{BB962C8B-B14F-4D97-AF65-F5344CB8AC3E}">
        <p14:creationId xmlns:p14="http://schemas.microsoft.com/office/powerpoint/2010/main" val="118247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7EE8-E30C-DF9D-5B67-9A89A1BF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98645918-2FA4-3C2E-F18E-DDD08F786D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TW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598617-ED9F-0430-AD8E-FDEB1E30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6996"/>
            <a:ext cx="7772400" cy="61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3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2DF1C-9901-7453-1010-9E3A185D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B9FE6C-2230-8CC3-080E-5D57AD75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23" b="86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5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C29C-5E16-B2D9-58CC-0C037E7A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84870-9A29-0240-685C-ADF22ABD5F43}"/>
              </a:ext>
            </a:extLst>
          </p:cNvPr>
          <p:cNvSpPr txBox="1"/>
          <p:nvPr/>
        </p:nvSpPr>
        <p:spPr>
          <a:xfrm>
            <a:off x="1694174" y="2890217"/>
            <a:ext cx="88036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A baseboard management controller (BMC) is 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a small, specialized processor used for remote monitoring and management of a host system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.</a:t>
            </a:r>
            <a:endParaRPr lang="en-TW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6E29A-B686-5FF3-7412-15A1F7AE21D5}"/>
              </a:ext>
            </a:extLst>
          </p:cNvPr>
          <p:cNvSpPr txBox="1"/>
          <p:nvPr/>
        </p:nvSpPr>
        <p:spPr>
          <a:xfrm>
            <a:off x="4361548" y="716097"/>
            <a:ext cx="19768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6000" dirty="0"/>
              <a:t>BMC</a:t>
            </a:r>
          </a:p>
        </p:txBody>
      </p:sp>
    </p:spTree>
    <p:extLst>
      <p:ext uri="{BB962C8B-B14F-4D97-AF65-F5344CB8AC3E}">
        <p14:creationId xmlns:p14="http://schemas.microsoft.com/office/powerpoint/2010/main" val="172865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304E6-A8D2-7C19-D9F3-7195925D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9">
            <a:extLst>
              <a:ext uri="{FF2B5EF4-FFF2-40B4-BE49-F238E27FC236}">
                <a16:creationId xmlns:a16="http://schemas.microsoft.com/office/drawing/2014/main" id="{ACA57B90-B92C-2765-7DEE-ADAF6DEF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BMC / IPMI – Benjr.tw">
            <a:extLst>
              <a:ext uri="{FF2B5EF4-FFF2-40B4-BE49-F238E27FC236}">
                <a16:creationId xmlns:a16="http://schemas.microsoft.com/office/drawing/2014/main" id="{3CB3CE63-8904-CF83-9883-71D4A2C3D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2188"/>
            <a:ext cx="10028211" cy="68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5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1D5F8-47FB-71EA-A898-4C863448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2" name="Picture 1" descr="A diagram of a diagram of a software company&#10;&#10;AI-generated content may be incorrect.">
            <a:extLst>
              <a:ext uri="{FF2B5EF4-FFF2-40B4-BE49-F238E27FC236}">
                <a16:creationId xmlns:a16="http://schemas.microsoft.com/office/drawing/2014/main" id="{C8AAA17D-DA91-2E9E-56FB-7CC712228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1" r="2" b="2"/>
          <a:stretch>
            <a:fillRect/>
          </a:stretch>
        </p:blipFill>
        <p:spPr>
          <a:xfrm>
            <a:off x="133896" y="136321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6352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5970</TotalTime>
  <Words>33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Amazing Talker Tutor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Lai</dc:creator>
  <cp:lastModifiedBy>Nelson Lai</cp:lastModifiedBy>
  <cp:revision>117</cp:revision>
  <dcterms:created xsi:type="dcterms:W3CDTF">2025-03-24T14:43:29Z</dcterms:created>
  <dcterms:modified xsi:type="dcterms:W3CDTF">2025-05-23T23:55:23Z</dcterms:modified>
</cp:coreProperties>
</file>