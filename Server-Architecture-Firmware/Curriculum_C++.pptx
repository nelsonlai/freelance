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33"/>
    <p:restoredTop sz="94658"/>
  </p:normalViewPr>
  <p:slideViewPr>
    <p:cSldViewPr snapToGrid="0">
      <p:cViewPr varScale="1">
        <p:scale>
          <a:sx n="118" d="100"/>
          <a:sy n="118" d="100"/>
        </p:scale>
        <p:origin x="24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Introduction to C++ Programming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Introduction to C++ Programming Language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4ED6D4A1-8E79-5547-A8AB-1B1B303F0E6C}">
      <dgm:prSet phldrT="[Text]"/>
      <dgm:spPr/>
      <dgm:t>
        <a:bodyPr/>
        <a:lstStyle/>
        <a:p>
          <a:r>
            <a:rPr lang="en-US" dirty="0"/>
            <a:t>Setting up C++ Development Environment</a:t>
          </a:r>
        </a:p>
      </dgm:t>
    </dgm:pt>
    <dgm:pt modelId="{2C0822E1-3E5C-5F45-B170-562A33BA9088}" type="parTrans" cxnId="{101A866A-D2FC-7246-8392-2E22BF5C567F}">
      <dgm:prSet/>
      <dgm:spPr/>
      <dgm:t>
        <a:bodyPr/>
        <a:lstStyle/>
        <a:p>
          <a:endParaRPr lang="en-US"/>
        </a:p>
      </dgm:t>
    </dgm:pt>
    <dgm:pt modelId="{5AA032C7-C46E-214F-9A4E-7538C1D29856}" type="sibTrans" cxnId="{101A866A-D2FC-7246-8392-2E22BF5C567F}">
      <dgm:prSet/>
      <dgm:spPr/>
      <dgm:t>
        <a:bodyPr/>
        <a:lstStyle/>
        <a:p>
          <a:endParaRPr lang="en-US"/>
        </a:p>
      </dgm:t>
    </dgm:pt>
    <dgm:pt modelId="{FE81FA53-892E-CE4C-8CBD-141868E3C2DE}">
      <dgm:prSet phldrT="[Text]"/>
      <dgm:spPr/>
      <dgm:t>
        <a:bodyPr/>
        <a:lstStyle/>
        <a:p>
          <a:r>
            <a:rPr lang="en-US" dirty="0"/>
            <a:t>C vs C++</a:t>
          </a:r>
        </a:p>
      </dgm:t>
    </dgm:pt>
    <dgm:pt modelId="{EB24B9BA-B642-1146-A2C7-C3B6CDA72498}" type="parTrans" cxnId="{CDF0CF37-DC1F-E54C-ABD1-FC07CC242197}">
      <dgm:prSet/>
      <dgm:spPr/>
      <dgm:t>
        <a:bodyPr/>
        <a:lstStyle/>
        <a:p>
          <a:endParaRPr lang="en-US"/>
        </a:p>
      </dgm:t>
    </dgm:pt>
    <dgm:pt modelId="{26F65CAD-2C68-F54E-B44A-2113C9CAAE27}" type="sibTrans" cxnId="{CDF0CF37-DC1F-E54C-ABD1-FC07CC242197}">
      <dgm:prSet/>
      <dgm:spPr/>
      <dgm:t>
        <a:bodyPr/>
        <a:lstStyle/>
        <a:p>
          <a:endParaRPr lang="en-US"/>
        </a:p>
      </dgm:t>
    </dgm:pt>
    <dgm:pt modelId="{F88CA448-0CCE-E944-BCC6-737E0FBEAE34}">
      <dgm:prSet phldrT="[Text]"/>
      <dgm:spPr/>
      <dgm:t>
        <a:bodyPr/>
        <a:lstStyle/>
        <a:p>
          <a:r>
            <a:rPr lang="en-US" dirty="0"/>
            <a:t>First C++ Program: Hello World</a:t>
          </a:r>
        </a:p>
      </dgm:t>
    </dgm:pt>
    <dgm:pt modelId="{8A849551-6107-9147-8E3B-6E0C32D273FB}" type="parTrans" cxnId="{8A67C0BA-E521-0D40-946B-0A8661935C78}">
      <dgm:prSet/>
      <dgm:spPr/>
      <dgm:t>
        <a:bodyPr/>
        <a:lstStyle/>
        <a:p>
          <a:endParaRPr lang="en-US"/>
        </a:p>
      </dgm:t>
    </dgm:pt>
    <dgm:pt modelId="{4ED5E359-B23C-2C47-BE82-70089E7AF45B}" type="sibTrans" cxnId="{8A67C0BA-E521-0D40-946B-0A8661935C78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DED65D0D-51A5-CF47-9EEB-93BEBC855217}" type="presOf" srcId="{4ED6D4A1-8E79-5547-A8AB-1B1B303F0E6C}" destId="{1FB71ED8-EA74-2841-B8E1-9CDB90D89710}" srcOrd="0" destOrd="1" presId="urn:microsoft.com/office/officeart/2005/8/layout/vList2"/>
    <dgm:cxn modelId="{CDF0CF37-DC1F-E54C-ABD1-FC07CC242197}" srcId="{38A586A2-CE85-4845-88D0-5ADC98F9BDBC}" destId="{FE81FA53-892E-CE4C-8CBD-141868E3C2DE}" srcOrd="2" destOrd="0" parTransId="{EB24B9BA-B642-1146-A2C7-C3B6CDA72498}" sibTransId="{26F65CAD-2C68-F54E-B44A-2113C9CAAE27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101A866A-D2FC-7246-8392-2E22BF5C567F}" srcId="{38A586A2-CE85-4845-88D0-5ADC98F9BDBC}" destId="{4ED6D4A1-8E79-5547-A8AB-1B1B303F0E6C}" srcOrd="1" destOrd="0" parTransId="{2C0822E1-3E5C-5F45-B170-562A33BA9088}" sibTransId="{5AA032C7-C46E-214F-9A4E-7538C1D29856}"/>
    <dgm:cxn modelId="{6BB8FC72-B7BA-1C4B-BA9F-B87843345B58}" type="presOf" srcId="{FE81FA53-892E-CE4C-8CBD-141868E3C2DE}" destId="{1FB71ED8-EA74-2841-B8E1-9CDB90D89710}" srcOrd="0" destOrd="2" presId="urn:microsoft.com/office/officeart/2005/8/layout/vList2"/>
    <dgm:cxn modelId="{8A67C0BA-E521-0D40-946B-0A8661935C78}" srcId="{38A586A2-CE85-4845-88D0-5ADC98F9BDBC}" destId="{F88CA448-0CCE-E944-BCC6-737E0FBEAE34}" srcOrd="3" destOrd="0" parTransId="{8A849551-6107-9147-8E3B-6E0C32D273FB}" sibTransId="{4ED5E359-B23C-2C47-BE82-70089E7AF45B}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3A0DDBF9-4059-3745-AC41-2895301BD339}" type="presOf" srcId="{F88CA448-0CCE-E944-BCC6-737E0FBEAE34}" destId="{1FB71ED8-EA74-2841-B8E1-9CDB90D89710}" srcOrd="0" destOrd="3" presId="urn:microsoft.com/office/officeart/2005/8/layout/vList2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Data Types, Variables &amp; Operators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Data Types | Variables in C++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A00C7701-A641-3C46-8EB0-2264BD0C870E}">
      <dgm:prSet phldrT="[Text]"/>
      <dgm:spPr/>
      <dgm:t>
        <a:bodyPr/>
        <a:lstStyle/>
        <a:p>
          <a:r>
            <a:rPr lang="en-US" dirty="0"/>
            <a:t>Operators on C++</a:t>
          </a:r>
        </a:p>
      </dgm:t>
    </dgm:pt>
    <dgm:pt modelId="{81E9ABA6-19C7-9B45-A52A-711CF1A01A63}" type="parTrans" cxnId="{728F8EB4-88B5-D743-AC6F-1AE715813415}">
      <dgm:prSet/>
      <dgm:spPr/>
      <dgm:t>
        <a:bodyPr/>
        <a:lstStyle/>
        <a:p>
          <a:endParaRPr lang="en-US"/>
        </a:p>
      </dgm:t>
    </dgm:pt>
    <dgm:pt modelId="{4CD509F5-E9E8-0F49-BFE7-BCE80D379AC2}" type="sibTrans" cxnId="{728F8EB4-88B5-D743-AC6F-1AE715813415}">
      <dgm:prSet/>
      <dgm:spPr/>
      <dgm:t>
        <a:bodyPr/>
        <a:lstStyle/>
        <a:p>
          <a:endParaRPr lang="en-US"/>
        </a:p>
      </dgm:t>
    </dgm:pt>
    <dgm:pt modelId="{FF5064FA-638D-1F47-90CB-164D5576AD12}">
      <dgm:prSet phldrT="[Text]"/>
      <dgm:spPr/>
      <dgm:t>
        <a:bodyPr/>
        <a:lstStyle/>
        <a:p>
          <a:r>
            <a:rPr lang="en-US" dirty="0"/>
            <a:t>Reference Variable in C++</a:t>
          </a:r>
        </a:p>
      </dgm:t>
    </dgm:pt>
    <dgm:pt modelId="{74BF0922-4643-F043-BD1F-379F7F559905}" type="parTrans" cxnId="{B71AC2F8-BDBC-FB44-BA4C-A84D47D9B668}">
      <dgm:prSet/>
      <dgm:spPr/>
      <dgm:t>
        <a:bodyPr/>
        <a:lstStyle/>
        <a:p>
          <a:endParaRPr lang="en-US"/>
        </a:p>
      </dgm:t>
    </dgm:pt>
    <dgm:pt modelId="{1A974CE2-19D9-FE44-811A-BB67123F026C}" type="sibTrans" cxnId="{B71AC2F8-BDBC-FB44-BA4C-A84D47D9B668}">
      <dgm:prSet/>
      <dgm:spPr/>
      <dgm:t>
        <a:bodyPr/>
        <a:lstStyle/>
        <a:p>
          <a:endParaRPr lang="en-US"/>
        </a:p>
      </dgm:t>
    </dgm:pt>
    <dgm:pt modelId="{2357EFBB-71BA-B745-93B0-B98729211A76}">
      <dgm:prSet phldrT="[Text]"/>
      <dgm:spPr/>
      <dgm:t>
        <a:bodyPr/>
        <a:lstStyle/>
        <a:p>
          <a:r>
            <a:rPr lang="en-US" dirty="0"/>
            <a:t>Operator Overloading in C++</a:t>
          </a:r>
        </a:p>
      </dgm:t>
    </dgm:pt>
    <dgm:pt modelId="{65F0471A-D194-D34F-B370-221AF70BC64E}" type="parTrans" cxnId="{517A69BB-CA7D-6C41-8A43-C9CC1D119B26}">
      <dgm:prSet/>
      <dgm:spPr/>
      <dgm:t>
        <a:bodyPr/>
        <a:lstStyle/>
        <a:p>
          <a:endParaRPr lang="en-US"/>
        </a:p>
      </dgm:t>
    </dgm:pt>
    <dgm:pt modelId="{897ADF53-4C52-D249-855E-B97BB6FED102}" type="sibTrans" cxnId="{517A69BB-CA7D-6C41-8A43-C9CC1D119B26}">
      <dgm:prSet/>
      <dgm:spPr/>
      <dgm:t>
        <a:bodyPr/>
        <a:lstStyle/>
        <a:p>
          <a:endParaRPr lang="en-US"/>
        </a:p>
      </dgm:t>
    </dgm:pt>
    <dgm:pt modelId="{A354F4D6-56CE-7C49-A51C-8ECB580AC77F}">
      <dgm:prSet phldrT="[Text]"/>
      <dgm:spPr/>
      <dgm:t>
        <a:bodyPr/>
        <a:lstStyle/>
        <a:p>
          <a:r>
            <a:rPr lang="en-US" dirty="0"/>
            <a:t>Default Arguments in C++</a:t>
          </a:r>
        </a:p>
      </dgm:t>
    </dgm:pt>
    <dgm:pt modelId="{82F65DDC-7253-1740-A049-B71E637A6902}" type="parTrans" cxnId="{20FC9A8F-8CE9-9547-854A-B3724D2CDCAC}">
      <dgm:prSet/>
      <dgm:spPr/>
      <dgm:t>
        <a:bodyPr/>
        <a:lstStyle/>
        <a:p>
          <a:endParaRPr lang="en-US"/>
        </a:p>
      </dgm:t>
    </dgm:pt>
    <dgm:pt modelId="{04A1589B-6366-7C4D-9786-9CD94E5E5182}" type="sibTrans" cxnId="{20FC9A8F-8CE9-9547-854A-B3724D2CDCAC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F524BA26-0F2E-5741-AA4B-8737C37FC271}" type="presOf" srcId="{FF5064FA-638D-1F47-90CB-164D5576AD12}" destId="{1FB71ED8-EA74-2841-B8E1-9CDB90D89710}" srcOrd="0" destOrd="2" presId="urn:microsoft.com/office/officeart/2005/8/layout/vList2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CB94435D-FCE7-3E49-A0CB-6BE7880C9F85}" type="presOf" srcId="{2357EFBB-71BA-B745-93B0-B98729211A76}" destId="{1FB71ED8-EA74-2841-B8E1-9CDB90D89710}" srcOrd="0" destOrd="3" presId="urn:microsoft.com/office/officeart/2005/8/layout/vList2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20FC9A8F-8CE9-9547-854A-B3724D2CDCAC}" srcId="{38A586A2-CE85-4845-88D0-5ADC98F9BDBC}" destId="{A354F4D6-56CE-7C49-A51C-8ECB580AC77F}" srcOrd="4" destOrd="0" parTransId="{82F65DDC-7253-1740-A049-B71E637A6902}" sibTransId="{04A1589B-6366-7C4D-9786-9CD94E5E5182}"/>
    <dgm:cxn modelId="{F960709F-6E56-C84B-823D-CD77AA79C8E5}" type="presOf" srcId="{A354F4D6-56CE-7C49-A51C-8ECB580AC77F}" destId="{1FB71ED8-EA74-2841-B8E1-9CDB90D89710}" srcOrd="0" destOrd="4" presId="urn:microsoft.com/office/officeart/2005/8/layout/vList2"/>
    <dgm:cxn modelId="{728F8EB4-88B5-D743-AC6F-1AE715813415}" srcId="{38A586A2-CE85-4845-88D0-5ADC98F9BDBC}" destId="{A00C7701-A641-3C46-8EB0-2264BD0C870E}" srcOrd="1" destOrd="0" parTransId="{81E9ABA6-19C7-9B45-A52A-711CF1A01A63}" sibTransId="{4CD509F5-E9E8-0F49-BFE7-BCE80D379AC2}"/>
    <dgm:cxn modelId="{517A69BB-CA7D-6C41-8A43-C9CC1D119B26}" srcId="{38A586A2-CE85-4845-88D0-5ADC98F9BDBC}" destId="{2357EFBB-71BA-B745-93B0-B98729211A76}" srcOrd="3" destOrd="0" parTransId="{65F0471A-D194-D34F-B370-221AF70BC64E}" sibTransId="{897ADF53-4C52-D249-855E-B97BB6FED102}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35F609D6-7D75-D648-A411-2752BD4520C3}" type="presOf" srcId="{A00C7701-A641-3C46-8EB0-2264BD0C870E}" destId="{1FB71ED8-EA74-2841-B8E1-9CDB90D89710}" srcOrd="0" destOrd="1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B71AC2F8-BDBC-FB44-BA4C-A84D47D9B668}" srcId="{38A586A2-CE85-4845-88D0-5ADC98F9BDBC}" destId="{FF5064FA-638D-1F47-90CB-164D5576AD12}" srcOrd="2" destOrd="0" parTransId="{74BF0922-4643-F043-BD1F-379F7F559905}" sibTransId="{1A974CE2-19D9-FE44-811A-BB67123F026C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Conditional &amp; Control Statements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Loops in C++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1CAE33EA-5CB5-914F-857B-E09D822861E6}">
      <dgm:prSet phldrT="[Text]"/>
      <dgm:spPr/>
      <dgm:t>
        <a:bodyPr/>
        <a:lstStyle/>
        <a:p>
          <a:r>
            <a:rPr lang="en-US" dirty="0"/>
            <a:t>Decision Making in C++</a:t>
          </a:r>
        </a:p>
      </dgm:t>
    </dgm:pt>
    <dgm:pt modelId="{19CBD16F-E752-454F-9FE3-7D96E0BA0220}" type="parTrans" cxnId="{27B0F983-AF45-0148-8085-B637EC50A506}">
      <dgm:prSet/>
      <dgm:spPr/>
      <dgm:t>
        <a:bodyPr/>
        <a:lstStyle/>
        <a:p>
          <a:endParaRPr lang="en-US"/>
        </a:p>
      </dgm:t>
    </dgm:pt>
    <dgm:pt modelId="{00BDA7BD-7892-7D43-AEF1-BAC4CC98CFC0}" type="sibTrans" cxnId="{27B0F983-AF45-0148-8085-B637EC50A506}">
      <dgm:prSet/>
      <dgm:spPr/>
      <dgm:t>
        <a:bodyPr/>
        <a:lstStyle/>
        <a:p>
          <a:endParaRPr lang="en-US"/>
        </a:p>
      </dgm:t>
    </dgm:pt>
    <dgm:pt modelId="{EBBD751E-6B3B-0046-AF59-636E84E775B5}">
      <dgm:prSet phldrT="[Text]"/>
      <dgm:spPr/>
      <dgm:t>
        <a:bodyPr/>
        <a:lstStyle/>
        <a:p>
          <a:r>
            <a:rPr lang="en-US" dirty="0"/>
            <a:t>Switch Statements in C++</a:t>
          </a:r>
        </a:p>
      </dgm:t>
    </dgm:pt>
    <dgm:pt modelId="{F9C086CC-31E2-5144-A2B4-0B925C12A976}" type="parTrans" cxnId="{40A5D32D-73A5-2C4E-A57C-97B9954946D6}">
      <dgm:prSet/>
      <dgm:spPr/>
      <dgm:t>
        <a:bodyPr/>
        <a:lstStyle/>
        <a:p>
          <a:endParaRPr lang="en-US"/>
        </a:p>
      </dgm:t>
    </dgm:pt>
    <dgm:pt modelId="{350B5309-F792-5B44-9441-4637188A2271}" type="sibTrans" cxnId="{40A5D32D-73A5-2C4E-A57C-97B9954946D6}">
      <dgm:prSet/>
      <dgm:spPr/>
      <dgm:t>
        <a:bodyPr/>
        <a:lstStyle/>
        <a:p>
          <a:endParaRPr lang="en-US"/>
        </a:p>
      </dgm:t>
    </dgm:pt>
    <dgm:pt modelId="{EF34AB7F-14F9-6846-AD5D-2D5302BCE6CF}">
      <dgm:prSet phldrT="[Text]"/>
      <dgm:spPr/>
      <dgm:t>
        <a:bodyPr/>
        <a:lstStyle/>
        <a:p>
          <a:r>
            <a:rPr lang="en-US" dirty="0"/>
            <a:t>Continue Statement | Break Statement</a:t>
          </a:r>
        </a:p>
      </dgm:t>
    </dgm:pt>
    <dgm:pt modelId="{BF70642F-C52A-CE4C-A280-13AC0A4B416F}" type="parTrans" cxnId="{A6B20482-3A70-0F4F-A379-C0236669F043}">
      <dgm:prSet/>
      <dgm:spPr/>
      <dgm:t>
        <a:bodyPr/>
        <a:lstStyle/>
        <a:p>
          <a:endParaRPr lang="en-US"/>
        </a:p>
      </dgm:t>
    </dgm:pt>
    <dgm:pt modelId="{566AB1FA-E9BF-154D-8FC7-B6A584935FF3}" type="sibTrans" cxnId="{A6B20482-3A70-0F4F-A379-C0236669F043}">
      <dgm:prSet/>
      <dgm:spPr/>
      <dgm:t>
        <a:bodyPr/>
        <a:lstStyle/>
        <a:p>
          <a:endParaRPr lang="en-US"/>
        </a:p>
      </dgm:t>
    </dgm:pt>
    <dgm:pt modelId="{1164CC9C-AA1D-334E-A567-DE541C3EAB7A}">
      <dgm:prSet phldrT="[Text]"/>
      <dgm:spPr/>
      <dgm:t>
        <a:bodyPr/>
        <a:lstStyle/>
        <a:p>
          <a:r>
            <a:rPr lang="en-US" dirty="0"/>
            <a:t>Execute both if and else statements in C++</a:t>
          </a:r>
        </a:p>
      </dgm:t>
    </dgm:pt>
    <dgm:pt modelId="{FB2B5399-B52A-3845-8ACC-F9A45FAE048A}" type="parTrans" cxnId="{0E9E14BE-61FC-F84C-8A9E-BE852EB5D168}">
      <dgm:prSet/>
      <dgm:spPr/>
      <dgm:t>
        <a:bodyPr/>
        <a:lstStyle/>
        <a:p>
          <a:endParaRPr lang="en-US"/>
        </a:p>
      </dgm:t>
    </dgm:pt>
    <dgm:pt modelId="{C106B1C7-6183-0D4A-B8B8-D0F7FDBEC9BB}" type="sibTrans" cxnId="{0E9E14BE-61FC-F84C-8A9E-BE852EB5D168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F1C8B91E-38AA-F446-B403-F6E5FB87FEBE}" type="presOf" srcId="{1CAE33EA-5CB5-914F-857B-E09D822861E6}" destId="{1FB71ED8-EA74-2841-B8E1-9CDB90D89710}" srcOrd="0" destOrd="1" presId="urn:microsoft.com/office/officeart/2005/8/layout/vList2"/>
    <dgm:cxn modelId="{40A5D32D-73A5-2C4E-A57C-97B9954946D6}" srcId="{38A586A2-CE85-4845-88D0-5ADC98F9BDBC}" destId="{EBBD751E-6B3B-0046-AF59-636E84E775B5}" srcOrd="2" destOrd="0" parTransId="{F9C086CC-31E2-5144-A2B4-0B925C12A976}" sibTransId="{350B5309-F792-5B44-9441-4637188A2271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5BF6AD6F-AA83-0C4C-92CB-DFAB4E13DCC6}" type="presOf" srcId="{EBBD751E-6B3B-0046-AF59-636E84E775B5}" destId="{1FB71ED8-EA74-2841-B8E1-9CDB90D89710}" srcOrd="0" destOrd="2" presId="urn:microsoft.com/office/officeart/2005/8/layout/vList2"/>
    <dgm:cxn modelId="{CBD9C979-7AD5-7E45-ACF5-FFE77D937C0B}" type="presOf" srcId="{1164CC9C-AA1D-334E-A567-DE541C3EAB7A}" destId="{1FB71ED8-EA74-2841-B8E1-9CDB90D89710}" srcOrd="0" destOrd="4" presId="urn:microsoft.com/office/officeart/2005/8/layout/vList2"/>
    <dgm:cxn modelId="{A6B20482-3A70-0F4F-A379-C0236669F043}" srcId="{38A586A2-CE85-4845-88D0-5ADC98F9BDBC}" destId="{EF34AB7F-14F9-6846-AD5D-2D5302BCE6CF}" srcOrd="3" destOrd="0" parTransId="{BF70642F-C52A-CE4C-A280-13AC0A4B416F}" sibTransId="{566AB1FA-E9BF-154D-8FC7-B6A584935FF3}"/>
    <dgm:cxn modelId="{27B0F983-AF45-0148-8085-B637EC50A506}" srcId="{38A586A2-CE85-4845-88D0-5ADC98F9BDBC}" destId="{1CAE33EA-5CB5-914F-857B-E09D822861E6}" srcOrd="1" destOrd="0" parTransId="{19CBD16F-E752-454F-9FE3-7D96E0BA0220}" sibTransId="{00BDA7BD-7892-7D43-AEF1-BAC4CC98CFC0}"/>
    <dgm:cxn modelId="{9CE53E9E-F246-9240-B551-ECCD53DA0E33}" type="presOf" srcId="{EF34AB7F-14F9-6846-AD5D-2D5302BCE6CF}" destId="{1FB71ED8-EA74-2841-B8E1-9CDB90D89710}" srcOrd="0" destOrd="3" presId="urn:microsoft.com/office/officeart/2005/8/layout/vList2"/>
    <dgm:cxn modelId="{0E9E14BE-61FC-F84C-8A9E-BE852EB5D168}" srcId="{38A586A2-CE85-4845-88D0-5ADC98F9BDBC}" destId="{1164CC9C-AA1D-334E-A567-DE541C3EAB7A}" srcOrd="4" destOrd="0" parTransId="{FB2B5399-B52A-3845-8ACC-F9A45FAE048A}" sibTransId="{C106B1C7-6183-0D4A-B8B8-D0F7FDBEC9BB}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Understand Arrays, Strings &amp; Pointers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Arrays | Strings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1E352509-03EC-B543-91B0-D449061F2895}">
      <dgm:prSet phldrT="[Text]"/>
      <dgm:spPr/>
      <dgm:t>
        <a:bodyPr/>
        <a:lstStyle/>
        <a:p>
          <a:r>
            <a:rPr lang="en-US" dirty="0"/>
            <a:t>Pointers</a:t>
          </a:r>
        </a:p>
      </dgm:t>
    </dgm:pt>
    <dgm:pt modelId="{42DCBB61-6F12-F94B-BB54-77210D5FBC53}" type="parTrans" cxnId="{B5B0857E-F399-D242-AD68-A5BCC191A9E1}">
      <dgm:prSet/>
      <dgm:spPr/>
      <dgm:t>
        <a:bodyPr/>
        <a:lstStyle/>
        <a:p>
          <a:endParaRPr lang="en-US"/>
        </a:p>
      </dgm:t>
    </dgm:pt>
    <dgm:pt modelId="{237B4580-A9D8-864F-B270-DE441B3F5C38}" type="sibTrans" cxnId="{B5B0857E-F399-D242-AD68-A5BCC191A9E1}">
      <dgm:prSet/>
      <dgm:spPr/>
      <dgm:t>
        <a:bodyPr/>
        <a:lstStyle/>
        <a:p>
          <a:endParaRPr lang="en-US"/>
        </a:p>
      </dgm:t>
    </dgm:pt>
    <dgm:pt modelId="{4FBBBA52-3124-AA4F-BF04-80D3A94F3CB0}">
      <dgm:prSet phldrT="[Text]"/>
      <dgm:spPr/>
      <dgm:t>
        <a:bodyPr/>
        <a:lstStyle/>
        <a:p>
          <a:r>
            <a:rPr lang="en-US" dirty="0"/>
            <a:t>Pointers vs References</a:t>
          </a:r>
        </a:p>
      </dgm:t>
    </dgm:pt>
    <dgm:pt modelId="{DFD09212-EC12-B845-B7C0-76DBD1EA956A}" type="parTrans" cxnId="{F99C75F9-5307-F74C-BEB5-48BEB10EE2AF}">
      <dgm:prSet/>
      <dgm:spPr/>
      <dgm:t>
        <a:bodyPr/>
        <a:lstStyle/>
        <a:p>
          <a:endParaRPr lang="en-US"/>
        </a:p>
      </dgm:t>
    </dgm:pt>
    <dgm:pt modelId="{C357A3C2-712F-8440-89CC-508CA8E8950C}" type="sibTrans" cxnId="{F99C75F9-5307-F74C-BEB5-48BEB10EE2AF}">
      <dgm:prSet/>
      <dgm:spPr/>
      <dgm:t>
        <a:bodyPr/>
        <a:lstStyle/>
        <a:p>
          <a:endParaRPr lang="en-US"/>
        </a:p>
      </dgm:t>
    </dgm:pt>
    <dgm:pt modelId="{934BA92D-AE00-3C41-A292-EDAFA6E5BE11}">
      <dgm:prSet phldrT="[Text]"/>
      <dgm:spPr/>
      <dgm:t>
        <a:bodyPr/>
        <a:lstStyle/>
        <a:p>
          <a:r>
            <a:rPr lang="en-US" dirty="0"/>
            <a:t>Namespaces</a:t>
          </a:r>
        </a:p>
      </dgm:t>
    </dgm:pt>
    <dgm:pt modelId="{76C2A721-EB47-0E4C-9F20-C7FA2EAF3574}" type="parTrans" cxnId="{81D1EB26-CD04-8F48-A3C1-7C04D277F82C}">
      <dgm:prSet/>
      <dgm:spPr/>
      <dgm:t>
        <a:bodyPr/>
        <a:lstStyle/>
        <a:p>
          <a:endParaRPr lang="en-US"/>
        </a:p>
      </dgm:t>
    </dgm:pt>
    <dgm:pt modelId="{568C4CF5-3F58-084C-8605-082DB9441BAB}" type="sibTrans" cxnId="{81D1EB26-CD04-8F48-A3C1-7C04D277F82C}">
      <dgm:prSet/>
      <dgm:spPr/>
      <dgm:t>
        <a:bodyPr/>
        <a:lstStyle/>
        <a:p>
          <a:endParaRPr lang="en-US"/>
        </a:p>
      </dgm:t>
    </dgm:pt>
    <dgm:pt modelId="{38CFBB86-2CDF-E942-B31A-31769443EFCC}">
      <dgm:prSet phldrT="[Text]"/>
      <dgm:spPr/>
      <dgm:t>
        <a:bodyPr/>
        <a:lstStyle/>
        <a:p>
          <a:r>
            <a:rPr lang="en-US" dirty="0"/>
            <a:t>Wild Pointers</a:t>
          </a:r>
        </a:p>
      </dgm:t>
    </dgm:pt>
    <dgm:pt modelId="{0352BFF4-72D6-AC46-9DC6-29FF3D177003}" type="parTrans" cxnId="{B8FE7A5B-9344-2F42-BC35-74428F127E62}">
      <dgm:prSet/>
      <dgm:spPr/>
      <dgm:t>
        <a:bodyPr/>
        <a:lstStyle/>
        <a:p>
          <a:endParaRPr lang="en-US"/>
        </a:p>
      </dgm:t>
    </dgm:pt>
    <dgm:pt modelId="{4267ED18-BF13-8541-B5C8-F8AFBC5FB8F2}" type="sibTrans" cxnId="{B8FE7A5B-9344-2F42-BC35-74428F127E62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C52CBA21-9C63-1D4E-8DAB-5D9BA264CAE5}" type="presOf" srcId="{38CFBB86-2CDF-E942-B31A-31769443EFCC}" destId="{1FB71ED8-EA74-2841-B8E1-9CDB90D89710}" srcOrd="0" destOrd="4" presId="urn:microsoft.com/office/officeart/2005/8/layout/vList2"/>
    <dgm:cxn modelId="{81D1EB26-CD04-8F48-A3C1-7C04D277F82C}" srcId="{38A586A2-CE85-4845-88D0-5ADC98F9BDBC}" destId="{934BA92D-AE00-3C41-A292-EDAFA6E5BE11}" srcOrd="3" destOrd="0" parTransId="{76C2A721-EB47-0E4C-9F20-C7FA2EAF3574}" sibTransId="{568C4CF5-3F58-084C-8605-082DB9441BAB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97A4AF52-D644-7044-A5BF-BADE22DE61BE}" type="presOf" srcId="{1E352509-03EC-B543-91B0-D449061F2895}" destId="{1FB71ED8-EA74-2841-B8E1-9CDB90D89710}" srcOrd="0" destOrd="1" presId="urn:microsoft.com/office/officeart/2005/8/layout/vList2"/>
    <dgm:cxn modelId="{B8FE7A5B-9344-2F42-BC35-74428F127E62}" srcId="{38A586A2-CE85-4845-88D0-5ADC98F9BDBC}" destId="{38CFBB86-2CDF-E942-B31A-31769443EFCC}" srcOrd="4" destOrd="0" parTransId="{0352BFF4-72D6-AC46-9DC6-29FF3D177003}" sibTransId="{4267ED18-BF13-8541-B5C8-F8AFBC5FB8F2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B5B0857E-F399-D242-AD68-A5BCC191A9E1}" srcId="{38A586A2-CE85-4845-88D0-5ADC98F9BDBC}" destId="{1E352509-03EC-B543-91B0-D449061F2895}" srcOrd="1" destOrd="0" parTransId="{42DCBB61-6F12-F94B-BB54-77210D5FBC53}" sibTransId="{237B4580-A9D8-864F-B270-DE441B3F5C38}"/>
    <dgm:cxn modelId="{CEB68590-510D-324D-B1E4-1707CAE6C762}" type="presOf" srcId="{934BA92D-AE00-3C41-A292-EDAFA6E5BE11}" destId="{1FB71ED8-EA74-2841-B8E1-9CDB90D89710}" srcOrd="0" destOrd="3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E38279E0-E0FE-414F-88DB-24493D47A6AD}" type="presOf" srcId="{4FBBBA52-3124-AA4F-BF04-80D3A94F3CB0}" destId="{1FB71ED8-EA74-2841-B8E1-9CDB90D89710}" srcOrd="0" destOrd="2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F99C75F9-5307-F74C-BEB5-48BEB10EE2AF}" srcId="{38A586A2-CE85-4845-88D0-5ADC98F9BDBC}" destId="{4FBBBA52-3124-AA4F-BF04-80D3A94F3CB0}" srcOrd="2" destOrd="0" parTransId="{DFD09212-EC12-B845-B7C0-76DBD1EA956A}" sibTransId="{C357A3C2-712F-8440-89CC-508CA8E8950C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Go Through Functions &amp; OOPs Concepts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Functions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30427121-D189-8942-BEA1-4E3C8FA4F304}">
      <dgm:prSet phldrT="[Text]"/>
      <dgm:spPr/>
      <dgm:t>
        <a:bodyPr/>
        <a:lstStyle/>
        <a:p>
          <a:r>
            <a:rPr lang="en-US" dirty="0"/>
            <a:t>Function Overloading</a:t>
          </a:r>
        </a:p>
      </dgm:t>
    </dgm:pt>
    <dgm:pt modelId="{39A60EAC-3242-C547-A5A2-BDB8853C04C5}" type="parTrans" cxnId="{D5F882C9-A230-0A45-A9B1-C62A0C387900}">
      <dgm:prSet/>
      <dgm:spPr/>
      <dgm:t>
        <a:bodyPr/>
        <a:lstStyle/>
        <a:p>
          <a:endParaRPr lang="en-US"/>
        </a:p>
      </dgm:t>
    </dgm:pt>
    <dgm:pt modelId="{AD80AAA6-4AA1-234A-A274-9BCEAD6D0E98}" type="sibTrans" cxnId="{D5F882C9-A230-0A45-A9B1-C62A0C387900}">
      <dgm:prSet/>
      <dgm:spPr/>
      <dgm:t>
        <a:bodyPr/>
        <a:lstStyle/>
        <a:p>
          <a:endParaRPr lang="en-US"/>
        </a:p>
      </dgm:t>
    </dgm:pt>
    <dgm:pt modelId="{407C4293-AC6F-054B-B018-15269E80F9E0}">
      <dgm:prSet phldrT="[Text]"/>
      <dgm:spPr/>
      <dgm:t>
        <a:bodyPr/>
        <a:lstStyle/>
        <a:p>
          <a:r>
            <a:rPr lang="en-US" dirty="0"/>
            <a:t>Classes and Objects</a:t>
          </a:r>
        </a:p>
      </dgm:t>
    </dgm:pt>
    <dgm:pt modelId="{8C912464-00E4-F84D-9D41-94C207504328}" type="parTrans" cxnId="{B8E9A847-CED9-CC4D-96DC-84043EE8B353}">
      <dgm:prSet/>
      <dgm:spPr/>
      <dgm:t>
        <a:bodyPr/>
        <a:lstStyle/>
        <a:p>
          <a:endParaRPr lang="en-US"/>
        </a:p>
      </dgm:t>
    </dgm:pt>
    <dgm:pt modelId="{5537D20D-C8CF-9948-9E00-F0530C92C44C}" type="sibTrans" cxnId="{B8E9A847-CED9-CC4D-96DC-84043EE8B353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EDB7A554-9E5E-2842-BA55-F39DE6E466B1}">
      <dgm:prSet phldrT="[Text]"/>
      <dgm:spPr/>
      <dgm:t>
        <a:bodyPr/>
        <a:lstStyle/>
        <a:p>
          <a:r>
            <a:rPr lang="en-US" dirty="0"/>
            <a:t>Object-Oriented Programming</a:t>
          </a:r>
        </a:p>
      </dgm:t>
    </dgm:pt>
    <dgm:pt modelId="{40589B11-F226-5444-A2D2-3845604176F9}" type="parTrans" cxnId="{46C726B6-1044-F944-812C-B37CA51FA161}">
      <dgm:prSet/>
      <dgm:spPr/>
      <dgm:t>
        <a:bodyPr/>
        <a:lstStyle/>
        <a:p>
          <a:endParaRPr lang="en-US"/>
        </a:p>
      </dgm:t>
    </dgm:pt>
    <dgm:pt modelId="{8DFFDBD2-3587-A741-828B-E4D7BBA6F317}" type="sibTrans" cxnId="{46C726B6-1044-F944-812C-B37CA51FA161}">
      <dgm:prSet/>
      <dgm:spPr/>
      <dgm:t>
        <a:bodyPr/>
        <a:lstStyle/>
        <a:p>
          <a:endParaRPr lang="en-US"/>
        </a:p>
      </dgm:t>
    </dgm:pt>
    <dgm:pt modelId="{FC927CB8-1671-2940-9C8E-85AD6499BFB0}">
      <dgm:prSet phldrT="[Text]"/>
      <dgm:spPr/>
      <dgm:t>
        <a:bodyPr/>
        <a:lstStyle/>
        <a:p>
          <a:r>
            <a:rPr lang="en-US" dirty="0"/>
            <a:t>Constructors/Destructors/Virtual Functions</a:t>
          </a:r>
        </a:p>
      </dgm:t>
    </dgm:pt>
    <dgm:pt modelId="{7432B9DB-B61E-1C45-894C-B55BCBE4161D}" type="parTrans" cxnId="{206679BA-6F07-AE45-B7E9-147713935087}">
      <dgm:prSet/>
      <dgm:spPr/>
      <dgm:t>
        <a:bodyPr/>
        <a:lstStyle/>
        <a:p>
          <a:endParaRPr lang="en-US"/>
        </a:p>
      </dgm:t>
    </dgm:pt>
    <dgm:pt modelId="{424497B8-0F11-BB40-8E93-9EE010376868}" type="sibTrans" cxnId="{206679BA-6F07-AE45-B7E9-147713935087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74117219-D57B-D045-AFEC-2E539295C882}" type="presOf" srcId="{407C4293-AC6F-054B-B018-15269E80F9E0}" destId="{1FB71ED8-EA74-2841-B8E1-9CDB90D89710}" srcOrd="0" destOrd="2" presId="urn:microsoft.com/office/officeart/2005/8/layout/vList2"/>
    <dgm:cxn modelId="{DD8F871A-5504-9E45-875A-C5DA88B62492}" srcId="{38A586A2-CE85-4845-88D0-5ADC98F9BDBC}" destId="{355ECDC0-B849-334D-8462-88D166AF4CF2}" srcOrd="6" destOrd="0" parTransId="{92D09341-2385-5843-834F-ABD19EF8ECDA}" sibTransId="{4A2F58CD-DFD3-FE41-9ED9-E2EB93A68DCD}"/>
    <dgm:cxn modelId="{5FB26120-D324-A14C-9ABA-9DE9F13EC6BD}" type="presOf" srcId="{30427121-D189-8942-BEA1-4E3C8FA4F304}" destId="{1FB71ED8-EA74-2841-B8E1-9CDB90D89710}" srcOrd="0" destOrd="1" presId="urn:microsoft.com/office/officeart/2005/8/layout/vList2"/>
    <dgm:cxn modelId="{FE7A922E-D173-D14A-B5DB-FAE3BAD76427}" type="presOf" srcId="{FC927CB8-1671-2940-9C8E-85AD6499BFB0}" destId="{1FB71ED8-EA74-2841-B8E1-9CDB90D89710}" srcOrd="0" destOrd="4" presId="urn:microsoft.com/office/officeart/2005/8/layout/vList2"/>
    <dgm:cxn modelId="{B8E9A847-CED9-CC4D-96DC-84043EE8B353}" srcId="{38A586A2-CE85-4845-88D0-5ADC98F9BDBC}" destId="{407C4293-AC6F-054B-B018-15269E80F9E0}" srcOrd="2" destOrd="0" parTransId="{8C912464-00E4-F84D-9D41-94C207504328}" sibTransId="{5537D20D-C8CF-9948-9E00-F0530C92C44C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8FA39586-A253-A24C-8D17-5510D41C7C61}" type="presOf" srcId="{046D6741-197B-8846-9D5F-C14A93DCD3D9}" destId="{1FB71ED8-EA74-2841-B8E1-9CDB90D89710}" srcOrd="0" destOrd="5" presId="urn:microsoft.com/office/officeart/2005/8/layout/vList2"/>
    <dgm:cxn modelId="{DBB34C95-6367-DE4D-B222-45ED601EDAB2}" type="presOf" srcId="{355ECDC0-B849-334D-8462-88D166AF4CF2}" destId="{1FB71ED8-EA74-2841-B8E1-9CDB90D89710}" srcOrd="0" destOrd="6" presId="urn:microsoft.com/office/officeart/2005/8/layout/vList2"/>
    <dgm:cxn modelId="{44D46E99-4DF9-334C-8DD0-1C32FB229583}" srcId="{38A586A2-CE85-4845-88D0-5ADC98F9BDBC}" destId="{046D6741-197B-8846-9D5F-C14A93DCD3D9}" srcOrd="5" destOrd="0" parTransId="{174F49F4-AB84-074E-BFCF-DB1EE8A4D920}" sibTransId="{7D768DC2-CE32-0140-87BC-18BB4D8FD1E1}"/>
    <dgm:cxn modelId="{46C726B6-1044-F944-812C-B37CA51FA161}" srcId="{38A586A2-CE85-4845-88D0-5ADC98F9BDBC}" destId="{EDB7A554-9E5E-2842-BA55-F39DE6E466B1}" srcOrd="3" destOrd="0" parTransId="{40589B11-F226-5444-A2D2-3845604176F9}" sibTransId="{8DFFDBD2-3587-A741-828B-E4D7BBA6F317}"/>
    <dgm:cxn modelId="{206679BA-6F07-AE45-B7E9-147713935087}" srcId="{38A586A2-CE85-4845-88D0-5ADC98F9BDBC}" destId="{FC927CB8-1671-2940-9C8E-85AD6499BFB0}" srcOrd="4" destOrd="0" parTransId="{7432B9DB-B61E-1C45-894C-B55BCBE4161D}" sibTransId="{424497B8-0F11-BB40-8E93-9EE010376868}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D5F882C9-A230-0A45-A9B1-C62A0C387900}" srcId="{38A586A2-CE85-4845-88D0-5ADC98F9BDBC}" destId="{30427121-D189-8942-BEA1-4E3C8FA4F304}" srcOrd="1" destOrd="0" parTransId="{39A60EAC-3242-C547-A5A2-BDB8853C04C5}" sibTransId="{AD80AAA6-4AA1-234A-A274-9BCEAD6D0E98}"/>
    <dgm:cxn modelId="{CEF99FCB-CA75-4647-9109-1E4681B2E788}" type="presOf" srcId="{EDB7A554-9E5E-2842-BA55-F39DE6E466B1}" destId="{1FB71ED8-EA74-2841-B8E1-9CDB90D89710}" srcOrd="0" destOrd="3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I/O Streams, Dynamic Memory, STL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Files and Streams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B19D0B91-8543-0344-91B8-06FED91E0990}">
      <dgm:prSet phldrT="[Text]"/>
      <dgm:spPr/>
      <dgm:t>
        <a:bodyPr/>
        <a:lstStyle/>
        <a:p>
          <a:r>
            <a:rPr lang="en-US" dirty="0"/>
            <a:t>Dynamic Memory Allocation</a:t>
          </a:r>
        </a:p>
      </dgm:t>
    </dgm:pt>
    <dgm:pt modelId="{BCDA8D93-CC39-DB46-BE65-D444E2262317}" type="parTrans" cxnId="{2DE24BD9-1243-2C43-A9CA-8F483C1D3BE4}">
      <dgm:prSet/>
      <dgm:spPr/>
      <dgm:t>
        <a:bodyPr/>
        <a:lstStyle/>
        <a:p>
          <a:endParaRPr lang="en-US"/>
        </a:p>
      </dgm:t>
    </dgm:pt>
    <dgm:pt modelId="{27C0633D-9665-5A44-BDD4-3E6DC49D9CE9}" type="sibTrans" cxnId="{2DE24BD9-1243-2C43-A9CA-8F483C1D3BE4}">
      <dgm:prSet/>
      <dgm:spPr/>
      <dgm:t>
        <a:bodyPr/>
        <a:lstStyle/>
        <a:p>
          <a:endParaRPr lang="en-US"/>
        </a:p>
      </dgm:t>
    </dgm:pt>
    <dgm:pt modelId="{4FBE46CA-5F86-7B42-B145-DD716334E56C}">
      <dgm:prSet phldrT="[Text]"/>
      <dgm:spPr/>
      <dgm:t>
        <a:bodyPr/>
        <a:lstStyle/>
        <a:p>
          <a:r>
            <a:rPr lang="en-US" dirty="0"/>
            <a:t>malloc() vs new</a:t>
          </a:r>
        </a:p>
      </dgm:t>
    </dgm:pt>
    <dgm:pt modelId="{612082AF-B74E-324E-AD2B-C32C954AC3B2}" type="parTrans" cxnId="{F272B856-3588-D644-836D-B0478738FF5E}">
      <dgm:prSet/>
      <dgm:spPr/>
      <dgm:t>
        <a:bodyPr/>
        <a:lstStyle/>
        <a:p>
          <a:endParaRPr lang="en-US"/>
        </a:p>
      </dgm:t>
    </dgm:pt>
    <dgm:pt modelId="{CC5A6640-A116-AF48-9B72-A17DE6834C9B}" type="sibTrans" cxnId="{F272B856-3588-D644-836D-B0478738FF5E}">
      <dgm:prSet/>
      <dgm:spPr/>
      <dgm:t>
        <a:bodyPr/>
        <a:lstStyle/>
        <a:p>
          <a:endParaRPr lang="en-US"/>
        </a:p>
      </dgm:t>
    </dgm:pt>
    <dgm:pt modelId="{0E282842-AFF6-E04C-8DDD-FFF7EA93BA99}">
      <dgm:prSet phldrT="[Text]"/>
      <dgm:spPr/>
      <dgm:t>
        <a:bodyPr/>
        <a:lstStyle/>
        <a:p>
          <a:r>
            <a:rPr lang="en-US" dirty="0"/>
            <a:t>Templates</a:t>
          </a:r>
        </a:p>
      </dgm:t>
    </dgm:pt>
    <dgm:pt modelId="{A324AE2D-FEB0-A64B-8DED-02A673678E4B}" type="parTrans" cxnId="{671B73D3-69C9-DC49-AD15-8B659DCFB4F6}">
      <dgm:prSet/>
      <dgm:spPr/>
      <dgm:t>
        <a:bodyPr/>
        <a:lstStyle/>
        <a:p>
          <a:endParaRPr lang="en-US"/>
        </a:p>
      </dgm:t>
    </dgm:pt>
    <dgm:pt modelId="{9454EE0F-920D-AC41-B46F-46EB205212B2}" type="sibTrans" cxnId="{671B73D3-69C9-DC49-AD15-8B659DCFB4F6}">
      <dgm:prSet/>
      <dgm:spPr/>
      <dgm:t>
        <a:bodyPr/>
        <a:lstStyle/>
        <a:p>
          <a:endParaRPr lang="en-US"/>
        </a:p>
      </dgm:t>
    </dgm:pt>
    <dgm:pt modelId="{CFC662CE-5BDB-D743-A3BE-33AACDC3A79E}">
      <dgm:prSet phldrT="[Text]"/>
      <dgm:spPr/>
      <dgm:t>
        <a:bodyPr/>
        <a:lstStyle/>
        <a:p>
          <a:r>
            <a:rPr lang="en-US" dirty="0"/>
            <a:t>Standard Template Library</a:t>
          </a:r>
        </a:p>
      </dgm:t>
    </dgm:pt>
    <dgm:pt modelId="{66B37E64-E49D-7344-80C5-4ED0E8B72F4C}" type="parTrans" cxnId="{53D22ED2-BC54-A946-A6AE-ABDA8A313346}">
      <dgm:prSet/>
      <dgm:spPr/>
      <dgm:t>
        <a:bodyPr/>
        <a:lstStyle/>
        <a:p>
          <a:endParaRPr lang="en-US"/>
        </a:p>
      </dgm:t>
    </dgm:pt>
    <dgm:pt modelId="{91423B9B-DAA3-9144-838A-F20B56A03558}" type="sibTrans" cxnId="{53D22ED2-BC54-A946-A6AE-ABDA8A313346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DD8F871A-5504-9E45-875A-C5DA88B62492}" srcId="{38A586A2-CE85-4845-88D0-5ADC98F9BDBC}" destId="{355ECDC0-B849-334D-8462-88D166AF4CF2}" srcOrd="6" destOrd="0" parTransId="{92D09341-2385-5843-834F-ABD19EF8ECDA}" sibTransId="{4A2F58CD-DFD3-FE41-9ED9-E2EB93A68DCD}"/>
    <dgm:cxn modelId="{C2C3482E-46F5-D24E-85AD-F5E19527A103}" type="presOf" srcId="{CFC662CE-5BDB-D743-A3BE-33AACDC3A79E}" destId="{1FB71ED8-EA74-2841-B8E1-9CDB90D89710}" srcOrd="0" destOrd="4" presId="urn:microsoft.com/office/officeart/2005/8/layout/vList2"/>
    <dgm:cxn modelId="{0A5A1C3A-BFBF-5848-9929-5A650AB904DD}" type="presOf" srcId="{0E282842-AFF6-E04C-8DDD-FFF7EA93BA99}" destId="{1FB71ED8-EA74-2841-B8E1-9CDB90D89710}" srcOrd="0" destOrd="3" presId="urn:microsoft.com/office/officeart/2005/8/layout/vList2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F272B856-3588-D644-836D-B0478738FF5E}" srcId="{38A586A2-CE85-4845-88D0-5ADC98F9BDBC}" destId="{4FBE46CA-5F86-7B42-B145-DD716334E56C}" srcOrd="2" destOrd="0" parTransId="{612082AF-B74E-324E-AD2B-C32C954AC3B2}" sibTransId="{CC5A6640-A116-AF48-9B72-A17DE6834C9B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8FA39586-A253-A24C-8D17-5510D41C7C61}" type="presOf" srcId="{046D6741-197B-8846-9D5F-C14A93DCD3D9}" destId="{1FB71ED8-EA74-2841-B8E1-9CDB90D89710}" srcOrd="0" destOrd="5" presId="urn:microsoft.com/office/officeart/2005/8/layout/vList2"/>
    <dgm:cxn modelId="{DBB34C95-6367-DE4D-B222-45ED601EDAB2}" type="presOf" srcId="{355ECDC0-B849-334D-8462-88D166AF4CF2}" destId="{1FB71ED8-EA74-2841-B8E1-9CDB90D89710}" srcOrd="0" destOrd="6" presId="urn:microsoft.com/office/officeart/2005/8/layout/vList2"/>
    <dgm:cxn modelId="{44D46E99-4DF9-334C-8DD0-1C32FB229583}" srcId="{38A586A2-CE85-4845-88D0-5ADC98F9BDBC}" destId="{046D6741-197B-8846-9D5F-C14A93DCD3D9}" srcOrd="5" destOrd="0" parTransId="{174F49F4-AB84-074E-BFCF-DB1EE8A4D920}" sibTransId="{7D768DC2-CE32-0140-87BC-18BB4D8FD1E1}"/>
    <dgm:cxn modelId="{14040FA3-CE95-8B46-89C5-093D8043EC6F}" type="presOf" srcId="{4FBE46CA-5F86-7B42-B145-DD716334E56C}" destId="{1FB71ED8-EA74-2841-B8E1-9CDB90D89710}" srcOrd="0" destOrd="2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9C36E5C8-2698-F447-924D-B877AAAAB98A}" type="presOf" srcId="{B19D0B91-8543-0344-91B8-06FED91E0990}" destId="{1FB71ED8-EA74-2841-B8E1-9CDB90D89710}" srcOrd="0" destOrd="1" presId="urn:microsoft.com/office/officeart/2005/8/layout/vList2"/>
    <dgm:cxn modelId="{53D22ED2-BC54-A946-A6AE-ABDA8A313346}" srcId="{38A586A2-CE85-4845-88D0-5ADC98F9BDBC}" destId="{CFC662CE-5BDB-D743-A3BE-33AACDC3A79E}" srcOrd="4" destOrd="0" parTransId="{66B37E64-E49D-7344-80C5-4ED0E8B72F4C}" sibTransId="{91423B9B-DAA3-9144-838A-F20B56A03558}"/>
    <dgm:cxn modelId="{671B73D3-69C9-DC49-AD15-8B659DCFB4F6}" srcId="{38A586A2-CE85-4845-88D0-5ADC98F9BDBC}" destId="{0E282842-AFF6-E04C-8DDD-FFF7EA93BA99}" srcOrd="3" destOrd="0" parTransId="{A324AE2D-FEB0-A64B-8DED-02A673678E4B}" sibTransId="{9454EE0F-920D-AC41-B46F-46EB205212B2}"/>
    <dgm:cxn modelId="{2DE24BD9-1243-2C43-A9CA-8F483C1D3BE4}" srcId="{38A586A2-CE85-4845-88D0-5ADC98F9BDBC}" destId="{B19D0B91-8543-0344-91B8-06FED91E0990}" srcOrd="1" destOrd="0" parTransId="{BCDA8D93-CC39-DB46-BE65-D444E2262317}" sibTransId="{27C0633D-9665-5A44-BDD4-3E6DC49D9CE9}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Exception Handling, Signal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Exception Handling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9B52ED30-C097-1342-87AF-63085F422D37}">
      <dgm:prSet phldrT="[Text]"/>
      <dgm:spPr/>
      <dgm:t>
        <a:bodyPr/>
        <a:lstStyle/>
        <a:p>
          <a:r>
            <a:rPr lang="en-US" dirty="0"/>
            <a:t>Signal Handling</a:t>
          </a:r>
        </a:p>
      </dgm:t>
    </dgm:pt>
    <dgm:pt modelId="{0D89D2EB-CC9D-A945-A4D1-D99D332DCEA1}" type="parTrans" cxnId="{2F856FC8-982E-3841-B486-971D5F82EBBC}">
      <dgm:prSet/>
      <dgm:spPr/>
      <dgm:t>
        <a:bodyPr/>
        <a:lstStyle/>
        <a:p>
          <a:endParaRPr lang="en-US"/>
        </a:p>
      </dgm:t>
    </dgm:pt>
    <dgm:pt modelId="{C74F8CDB-92A7-FA4A-9C4C-0A4915652C84}" type="sibTrans" cxnId="{2F856FC8-982E-3841-B486-971D5F82EBBC}">
      <dgm:prSet/>
      <dgm:spPr/>
      <dgm:t>
        <a:bodyPr/>
        <a:lstStyle/>
        <a:p>
          <a:endParaRPr lang="en-US"/>
        </a:p>
      </dgm:t>
    </dgm:pt>
    <dgm:pt modelId="{41CCD29A-3ACB-6446-A391-1A4E0A206DDA}">
      <dgm:prSet phldrT="[Text]"/>
      <dgm:spPr/>
      <dgm:t>
        <a:bodyPr/>
        <a:lstStyle/>
        <a:p>
          <a:r>
            <a:rPr lang="en-US" dirty="0"/>
            <a:t>Stack Unwinding</a:t>
          </a:r>
        </a:p>
      </dgm:t>
    </dgm:pt>
    <dgm:pt modelId="{94DB96B0-17CB-9440-ACB3-A004B830BF1B}" type="parTrans" cxnId="{BA0B26EA-DBFF-2648-A96A-1C1C6A543387}">
      <dgm:prSet/>
      <dgm:spPr/>
      <dgm:t>
        <a:bodyPr/>
        <a:lstStyle/>
        <a:p>
          <a:endParaRPr lang="en-US"/>
        </a:p>
      </dgm:t>
    </dgm:pt>
    <dgm:pt modelId="{8643282F-1370-1E4F-BF41-0D8EF7E7240C}" type="sibTrans" cxnId="{BA0B26EA-DBFF-2648-A96A-1C1C6A543387}">
      <dgm:prSet/>
      <dgm:spPr/>
      <dgm:t>
        <a:bodyPr/>
        <a:lstStyle/>
        <a:p>
          <a:endParaRPr lang="en-US"/>
        </a:p>
      </dgm:t>
    </dgm:pt>
    <dgm:pt modelId="{ECA42BD8-103E-F744-90C2-753EFEF6E241}">
      <dgm:prSet phldrT="[Text]"/>
      <dgm:spPr/>
      <dgm:t>
        <a:bodyPr/>
        <a:lstStyle/>
        <a:p>
          <a:r>
            <a:rPr lang="en-US" dirty="0"/>
            <a:t>Multithreading</a:t>
          </a:r>
        </a:p>
      </dgm:t>
    </dgm:pt>
    <dgm:pt modelId="{83071F85-2178-3C4F-B689-F8F809116042}" type="parTrans" cxnId="{0EF02C8A-D1B1-5C4A-89E2-7824CA5DCE93}">
      <dgm:prSet/>
      <dgm:spPr/>
      <dgm:t>
        <a:bodyPr/>
        <a:lstStyle/>
        <a:p>
          <a:endParaRPr lang="en-US"/>
        </a:p>
      </dgm:t>
    </dgm:pt>
    <dgm:pt modelId="{12BACD03-CF23-4545-9462-257247B38631}" type="sibTrans" cxnId="{0EF02C8A-D1B1-5C4A-89E2-7824CA5DCE93}">
      <dgm:prSet/>
      <dgm:spPr/>
      <dgm:t>
        <a:bodyPr/>
        <a:lstStyle/>
        <a:p>
          <a:endParaRPr lang="en-US"/>
        </a:p>
      </dgm:t>
    </dgm:pt>
    <dgm:pt modelId="{E4792640-61B9-D445-A503-3A1C6030A575}">
      <dgm:prSet phldrT="[Text]"/>
      <dgm:spPr/>
      <dgm:t>
        <a:bodyPr/>
        <a:lstStyle/>
        <a:p>
          <a:r>
            <a:rPr lang="en-US" dirty="0"/>
            <a:t>POSIX Threads</a:t>
          </a:r>
        </a:p>
      </dgm:t>
    </dgm:pt>
    <dgm:pt modelId="{7F17639E-E2B1-AF4C-BA6E-6C9B8A707B60}" type="parTrans" cxnId="{AD834BB3-78A6-024E-AC81-4B17A3C9F058}">
      <dgm:prSet/>
      <dgm:spPr/>
      <dgm:t>
        <a:bodyPr/>
        <a:lstStyle/>
        <a:p>
          <a:endParaRPr lang="en-US"/>
        </a:p>
      </dgm:t>
    </dgm:pt>
    <dgm:pt modelId="{A5EF6FD3-5886-2F46-9EB9-7CD3D23B6D2F}" type="sibTrans" cxnId="{AD834BB3-78A6-024E-AC81-4B17A3C9F058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8F7CC00-1EEF-374A-A7DF-D2AF60EFD8E5}" type="presOf" srcId="{41CCD29A-3ACB-6446-A391-1A4E0A206DDA}" destId="{1FB71ED8-EA74-2841-B8E1-9CDB90D89710}" srcOrd="0" destOrd="2" presId="urn:microsoft.com/office/officeart/2005/8/layout/vList2"/>
    <dgm:cxn modelId="{A4D9D801-A9B8-7A41-A455-B49ED511D1B5}" type="presOf" srcId="{9B52ED30-C097-1342-87AF-63085F422D37}" destId="{1FB71ED8-EA74-2841-B8E1-9CDB90D89710}" srcOrd="0" destOrd="1" presId="urn:microsoft.com/office/officeart/2005/8/layout/vList2"/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DD8F871A-5504-9E45-875A-C5DA88B62492}" srcId="{38A586A2-CE85-4845-88D0-5ADC98F9BDBC}" destId="{355ECDC0-B849-334D-8462-88D166AF4CF2}" srcOrd="6" destOrd="0" parTransId="{92D09341-2385-5843-834F-ABD19EF8ECDA}" sibTransId="{4A2F58CD-DFD3-FE41-9ED9-E2EB93A68DCD}"/>
    <dgm:cxn modelId="{4C28D128-3388-7C4A-9FE0-41AD41840A9D}" type="presOf" srcId="{E4792640-61B9-D445-A503-3A1C6030A575}" destId="{1FB71ED8-EA74-2841-B8E1-9CDB90D89710}" srcOrd="0" destOrd="4" presId="urn:microsoft.com/office/officeart/2005/8/layout/vList2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8FA39586-A253-A24C-8D17-5510D41C7C61}" type="presOf" srcId="{046D6741-197B-8846-9D5F-C14A93DCD3D9}" destId="{1FB71ED8-EA74-2841-B8E1-9CDB90D89710}" srcOrd="0" destOrd="5" presId="urn:microsoft.com/office/officeart/2005/8/layout/vList2"/>
    <dgm:cxn modelId="{0EF02C8A-D1B1-5C4A-89E2-7824CA5DCE93}" srcId="{38A586A2-CE85-4845-88D0-5ADC98F9BDBC}" destId="{ECA42BD8-103E-F744-90C2-753EFEF6E241}" srcOrd="3" destOrd="0" parTransId="{83071F85-2178-3C4F-B689-F8F809116042}" sibTransId="{12BACD03-CF23-4545-9462-257247B38631}"/>
    <dgm:cxn modelId="{DBB34C95-6367-DE4D-B222-45ED601EDAB2}" type="presOf" srcId="{355ECDC0-B849-334D-8462-88D166AF4CF2}" destId="{1FB71ED8-EA74-2841-B8E1-9CDB90D89710}" srcOrd="0" destOrd="6" presId="urn:microsoft.com/office/officeart/2005/8/layout/vList2"/>
    <dgm:cxn modelId="{44D46E99-4DF9-334C-8DD0-1C32FB229583}" srcId="{38A586A2-CE85-4845-88D0-5ADC98F9BDBC}" destId="{046D6741-197B-8846-9D5F-C14A93DCD3D9}" srcOrd="5" destOrd="0" parTransId="{174F49F4-AB84-074E-BFCF-DB1EE8A4D920}" sibTransId="{7D768DC2-CE32-0140-87BC-18BB4D8FD1E1}"/>
    <dgm:cxn modelId="{AD834BB3-78A6-024E-AC81-4B17A3C9F058}" srcId="{38A586A2-CE85-4845-88D0-5ADC98F9BDBC}" destId="{E4792640-61B9-D445-A503-3A1C6030A575}" srcOrd="4" destOrd="0" parTransId="{7F17639E-E2B1-AF4C-BA6E-6C9B8A707B60}" sibTransId="{A5EF6FD3-5886-2F46-9EB9-7CD3D23B6D2F}"/>
    <dgm:cxn modelId="{1743B0B4-6F1B-5B44-A205-CF9ABFDB3AF0}" type="presOf" srcId="{ECA42BD8-103E-F744-90C2-753EFEF6E241}" destId="{1FB71ED8-EA74-2841-B8E1-9CDB90D89710}" srcOrd="0" destOrd="3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2F856FC8-982E-3841-B486-971D5F82EBBC}" srcId="{38A586A2-CE85-4845-88D0-5ADC98F9BDBC}" destId="{9B52ED30-C097-1342-87AF-63085F422D37}" srcOrd="1" destOrd="0" parTransId="{0D89D2EB-CC9D-A945-A4D1-D99D332DCEA1}" sibTransId="{C74F8CDB-92A7-FA4A-9C4C-0A4915652C84}"/>
    <dgm:cxn modelId="{BA0B26EA-DBFF-2648-A96A-1C1C6A543387}" srcId="{38A586A2-CE85-4845-88D0-5ADC98F9BDBC}" destId="{41CCD29A-3ACB-6446-A391-1A4E0A206DDA}" srcOrd="2" destOrd="0" parTransId="{94DB96B0-17CB-9440-ACB3-A004B830BF1B}" sibTransId="{8643282F-1370-1E4F-BF41-0D8EF7E7240C}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345213"/>
          <a:ext cx="10040257" cy="1151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Introduction to C++ Programming</a:t>
          </a:r>
        </a:p>
      </dsp:txBody>
      <dsp:txXfrm>
        <a:off x="56201" y="401414"/>
        <a:ext cx="9927855" cy="1038877"/>
      </dsp:txXfrm>
    </dsp:sp>
    <dsp:sp modelId="{1FB71ED8-EA74-2841-B8E1-9CDB90D89710}">
      <dsp:nvSpPr>
        <dsp:cNvPr id="0" name=""/>
        <dsp:cNvSpPr/>
      </dsp:nvSpPr>
      <dsp:spPr>
        <a:xfrm>
          <a:off x="0" y="1496493"/>
          <a:ext cx="10040257" cy="357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Introduction to C++ Programming Language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Setting up C++ Development Environment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C vs C++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First C++ Program: Hello World</a:t>
          </a:r>
        </a:p>
      </dsp:txBody>
      <dsp:txXfrm>
        <a:off x="0" y="1496493"/>
        <a:ext cx="10040257" cy="3576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7083"/>
          <a:ext cx="10040257" cy="1989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Data Types, Variables &amp; Operators</a:t>
          </a:r>
        </a:p>
      </dsp:txBody>
      <dsp:txXfrm>
        <a:off x="97095" y="104178"/>
        <a:ext cx="9846067" cy="1794810"/>
      </dsp:txXfrm>
    </dsp:sp>
    <dsp:sp modelId="{1FB71ED8-EA74-2841-B8E1-9CDB90D89710}">
      <dsp:nvSpPr>
        <dsp:cNvPr id="0" name=""/>
        <dsp:cNvSpPr/>
      </dsp:nvSpPr>
      <dsp:spPr>
        <a:xfrm>
          <a:off x="0" y="1996083"/>
          <a:ext cx="10040257" cy="341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63500" rIns="355600" bIns="635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Data Types | Variables in C++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Operators on C++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Reference Variable in C++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Operator Overloading in C++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Default Arguments in C++</a:t>
          </a:r>
        </a:p>
      </dsp:txBody>
      <dsp:txXfrm>
        <a:off x="0" y="1996083"/>
        <a:ext cx="10040257" cy="3415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245853"/>
          <a:ext cx="10040257" cy="1151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Conditional &amp; Control Statements</a:t>
          </a:r>
        </a:p>
      </dsp:txBody>
      <dsp:txXfrm>
        <a:off x="56201" y="302054"/>
        <a:ext cx="9927855" cy="1038877"/>
      </dsp:txXfrm>
    </dsp:sp>
    <dsp:sp modelId="{1FB71ED8-EA74-2841-B8E1-9CDB90D89710}">
      <dsp:nvSpPr>
        <dsp:cNvPr id="0" name=""/>
        <dsp:cNvSpPr/>
      </dsp:nvSpPr>
      <dsp:spPr>
        <a:xfrm>
          <a:off x="0" y="1397133"/>
          <a:ext cx="10040257" cy="377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Loops in C++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Decision Making in C++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Switch Statements in C++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Continue Statement | Break Statement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Execute both if and else statements in C++</a:t>
          </a:r>
        </a:p>
      </dsp:txBody>
      <dsp:txXfrm>
        <a:off x="0" y="1397133"/>
        <a:ext cx="10040257" cy="37756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7083"/>
          <a:ext cx="10040257" cy="1989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Understand Arrays, Strings &amp; Pointers</a:t>
          </a:r>
        </a:p>
      </dsp:txBody>
      <dsp:txXfrm>
        <a:off x="97095" y="104178"/>
        <a:ext cx="9846067" cy="1794810"/>
      </dsp:txXfrm>
    </dsp:sp>
    <dsp:sp modelId="{1FB71ED8-EA74-2841-B8E1-9CDB90D89710}">
      <dsp:nvSpPr>
        <dsp:cNvPr id="0" name=""/>
        <dsp:cNvSpPr/>
      </dsp:nvSpPr>
      <dsp:spPr>
        <a:xfrm>
          <a:off x="0" y="1996083"/>
          <a:ext cx="10040257" cy="341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63500" rIns="355600" bIns="635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Arrays | Strings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Pointers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Pointers vs References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Namespaces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/>
            <a:t>Wild Pointers</a:t>
          </a:r>
        </a:p>
      </dsp:txBody>
      <dsp:txXfrm>
        <a:off x="0" y="1996083"/>
        <a:ext cx="10040257" cy="3415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50733"/>
          <a:ext cx="10040257" cy="159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Go Through Functions &amp; OOPs Concepts</a:t>
          </a:r>
        </a:p>
      </dsp:txBody>
      <dsp:txXfrm>
        <a:off x="77676" y="128409"/>
        <a:ext cx="9884905" cy="1435848"/>
      </dsp:txXfrm>
    </dsp:sp>
    <dsp:sp modelId="{1FB71ED8-EA74-2841-B8E1-9CDB90D89710}">
      <dsp:nvSpPr>
        <dsp:cNvPr id="0" name=""/>
        <dsp:cNvSpPr/>
      </dsp:nvSpPr>
      <dsp:spPr>
        <a:xfrm>
          <a:off x="0" y="1641933"/>
          <a:ext cx="10040257" cy="372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/>
            <a:t>Functions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/>
            <a:t>Function Overloading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/>
            <a:t>Classes and Objects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/>
            <a:t>Object-Oriented Programming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/>
            <a:t>Constructors/Destructors/Virtual Functions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100" kern="1200" dirty="0"/>
        </a:p>
      </dsp:txBody>
      <dsp:txXfrm>
        <a:off x="0" y="1641933"/>
        <a:ext cx="10040257" cy="3726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73796"/>
          <a:ext cx="10040257" cy="10793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I/O Streams, Dynamic Memory, STL</a:t>
          </a:r>
        </a:p>
      </dsp:txBody>
      <dsp:txXfrm>
        <a:off x="52688" y="126484"/>
        <a:ext cx="9934881" cy="973949"/>
      </dsp:txXfrm>
    </dsp:sp>
    <dsp:sp modelId="{1FB71ED8-EA74-2841-B8E1-9CDB90D89710}">
      <dsp:nvSpPr>
        <dsp:cNvPr id="0" name=""/>
        <dsp:cNvSpPr/>
      </dsp:nvSpPr>
      <dsp:spPr>
        <a:xfrm>
          <a:off x="0" y="1153121"/>
          <a:ext cx="10040257" cy="4191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57150" rIns="320040" bIns="5715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Files and Streams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Dynamic Memory Allocation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malloc() vs new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Templates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Standard Template Library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500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500" kern="1200" dirty="0"/>
        </a:p>
      </dsp:txBody>
      <dsp:txXfrm>
        <a:off x="0" y="1153121"/>
        <a:ext cx="10040257" cy="41917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73796"/>
          <a:ext cx="10040257" cy="10793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Exception Handling, Signal</a:t>
          </a:r>
        </a:p>
      </dsp:txBody>
      <dsp:txXfrm>
        <a:off x="52688" y="126484"/>
        <a:ext cx="9934881" cy="973949"/>
      </dsp:txXfrm>
    </dsp:sp>
    <dsp:sp modelId="{1FB71ED8-EA74-2841-B8E1-9CDB90D89710}">
      <dsp:nvSpPr>
        <dsp:cNvPr id="0" name=""/>
        <dsp:cNvSpPr/>
      </dsp:nvSpPr>
      <dsp:spPr>
        <a:xfrm>
          <a:off x="0" y="1153121"/>
          <a:ext cx="10040257" cy="4191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57150" rIns="320040" bIns="5715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Exception Handling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Signal Handling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Stack Unwinding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Multithreading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500" kern="1200" dirty="0"/>
            <a:t>POSIX Threads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500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500" kern="1200" dirty="0"/>
        </a:p>
      </dsp:txBody>
      <dsp:txXfrm>
        <a:off x="0" y="1153121"/>
        <a:ext cx="10040257" cy="4191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2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8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3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3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5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6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2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3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C9120B-6641-4081-7EC9-A386F78D7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949725"/>
            <a:ext cx="7588155" cy="1414091"/>
          </a:xfrm>
        </p:spPr>
        <p:txBody>
          <a:bodyPr>
            <a:normAutofit/>
          </a:bodyPr>
          <a:lstStyle/>
          <a:p>
            <a:r>
              <a:rPr lang="en-US" sz="2400" dirty="0"/>
              <a:t>Nelson Lai</a:t>
            </a:r>
            <a:endParaRPr lang="en-TW" sz="2400" dirty="0"/>
          </a:p>
          <a:p>
            <a:r>
              <a:rPr lang="en-TW" sz="2400" dirty="0"/>
              <a:t>May-12, 2025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82A96D-E589-5E68-B770-2A71BF8B4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0"/>
            <a:ext cx="7588155" cy="2621154"/>
          </a:xfrm>
        </p:spPr>
        <p:txBody>
          <a:bodyPr/>
          <a:lstStyle/>
          <a:p>
            <a:r>
              <a:rPr lang="en-TW" dirty="0"/>
              <a:t>Amazing Talker Tutor</a:t>
            </a:r>
          </a:p>
        </p:txBody>
      </p:sp>
    </p:spTree>
    <p:extLst>
      <p:ext uri="{BB962C8B-B14F-4D97-AF65-F5344CB8AC3E}">
        <p14:creationId xmlns:p14="http://schemas.microsoft.com/office/powerpoint/2010/main" val="1182478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625C46-A99A-4F6A-1531-BC9C79AA1C4E}"/>
              </a:ext>
            </a:extLst>
          </p:cNvPr>
          <p:cNvSpPr/>
          <p:nvPr/>
        </p:nvSpPr>
        <p:spPr>
          <a:xfrm>
            <a:off x="690785" y="1922167"/>
            <a:ext cx="10839228" cy="2349796"/>
          </a:xfrm>
          <a:prstGeom prst="roundRect">
            <a:avLst/>
          </a:prstGeom>
          <a:noFill/>
          <a:ln w="412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996F16-13C4-F19C-A371-4E39EE92FD53}"/>
              </a:ext>
            </a:extLst>
          </p:cNvPr>
          <p:cNvSpPr txBox="1"/>
          <p:nvPr/>
        </p:nvSpPr>
        <p:spPr>
          <a:xfrm>
            <a:off x="3076010" y="2505670"/>
            <a:ext cx="60687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W" sz="5400" dirty="0">
                <a:solidFill>
                  <a:schemeClr val="accent6">
                    <a:lumMod val="50000"/>
                  </a:schemeClr>
                </a:solidFill>
              </a:rPr>
              <a:t>Curriculum of C++</a:t>
            </a:r>
          </a:p>
        </p:txBody>
      </p:sp>
    </p:spTree>
    <p:extLst>
      <p:ext uri="{BB962C8B-B14F-4D97-AF65-F5344CB8AC3E}">
        <p14:creationId xmlns:p14="http://schemas.microsoft.com/office/powerpoint/2010/main" val="365916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A7EE8-E30C-DF9D-5B67-9A89A1BF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197C1C-8D0D-3454-01A7-3EEBC61F41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16838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053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2DF1C-9901-7453-1010-9E3A185D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EA41B36-1FCC-4BEB-E2BF-7F3B03573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1418319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165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B61F-037D-4083-C961-8C94DBF4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3CBAD93-BE5E-A9A3-3058-88EE376D4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7005634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286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9FF8-ECB6-A418-A5AC-08F8E08A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801EF97-B056-F30A-7FED-881ABFC7FD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4442366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755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1E968-33C1-6EF6-33DF-40EBFED4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8D31A4D-65B7-742A-DF22-7F0EB13682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3198321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48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4963-40A7-2274-C835-6BE15C35C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33F558F-12F4-33EE-37E0-E057F20331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08257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626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F4E3-52B5-CB4D-37C7-2AE0DA2F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4B06A13-E78D-AD13-E655-CA79A2C9BA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1958258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019252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5916</TotalTime>
  <Words>176</Words>
  <Application>Microsoft Macintosh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VanillaVTI</vt:lpstr>
      <vt:lpstr>Amazing Talker Tutor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Lai</dc:creator>
  <cp:lastModifiedBy>Nelson Lai</cp:lastModifiedBy>
  <cp:revision>108</cp:revision>
  <dcterms:created xsi:type="dcterms:W3CDTF">2025-03-24T14:43:29Z</dcterms:created>
  <dcterms:modified xsi:type="dcterms:W3CDTF">2025-05-21T01:49:41Z</dcterms:modified>
</cp:coreProperties>
</file>