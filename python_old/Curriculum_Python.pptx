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64" r:id="rId4"/>
    <p:sldId id="265" r:id="rId5"/>
    <p:sldId id="266" r:id="rId6"/>
    <p:sldId id="268" r:id="rId7"/>
    <p:sldId id="267" r:id="rId8"/>
    <p:sldId id="271" r:id="rId9"/>
    <p:sldId id="270" r:id="rId10"/>
    <p:sldId id="269" r:id="rId11"/>
    <p:sldId id="272" r:id="rId12"/>
    <p:sldId id="273" r:id="rId13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94"/>
    <p:restoredTop sz="94658"/>
  </p:normalViewPr>
  <p:slideViewPr>
    <p:cSldViewPr snapToGrid="0">
      <p:cViewPr varScale="1">
        <p:scale>
          <a:sx n="115" d="100"/>
          <a:sy n="115" d="100"/>
        </p:scale>
        <p:origin x="24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Introduction to Python Programming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Installing Python and IDEs (VS Code, Live Share, GitHub account)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27832C6E-2494-BB42-9D17-06EC365DD379}">
      <dgm:prSet phldrT="[Text]"/>
      <dgm:spPr/>
      <dgm:t>
        <a:bodyPr/>
        <a:lstStyle/>
        <a:p>
          <a:r>
            <a:rPr lang="en-US" dirty="0"/>
            <a:t>Running your first Python program</a:t>
          </a:r>
        </a:p>
      </dgm:t>
    </dgm:pt>
    <dgm:pt modelId="{84734508-3E21-8144-B7EA-0630A895DEEE}" type="parTrans" cxnId="{85C9EE24-259A-1142-B078-549640B6FF8B}">
      <dgm:prSet/>
      <dgm:spPr/>
      <dgm:t>
        <a:bodyPr/>
        <a:lstStyle/>
        <a:p>
          <a:endParaRPr lang="en-US"/>
        </a:p>
      </dgm:t>
    </dgm:pt>
    <dgm:pt modelId="{A6E42345-D407-D843-9B9C-537966196A2A}" type="sibTrans" cxnId="{85C9EE24-259A-1142-B078-549640B6FF8B}">
      <dgm:prSet/>
      <dgm:spPr/>
      <dgm:t>
        <a:bodyPr/>
        <a:lstStyle/>
        <a:p>
          <a:endParaRPr lang="en-US"/>
        </a:p>
      </dgm:t>
    </dgm:pt>
    <dgm:pt modelId="{11877BC1-90B4-7449-9530-6CCA0222AEA8}">
      <dgm:prSet phldrT="[Text]"/>
      <dgm:spPr/>
      <dgm:t>
        <a:bodyPr/>
        <a:lstStyle/>
        <a:p>
          <a:r>
            <a:rPr lang="en-US" dirty="0"/>
            <a:t>Writing and executing .</a:t>
          </a:r>
          <a:r>
            <a:rPr lang="en-US" dirty="0" err="1"/>
            <a:t>py</a:t>
          </a:r>
          <a:r>
            <a:rPr lang="en-US" dirty="0"/>
            <a:t> files</a:t>
          </a:r>
        </a:p>
      </dgm:t>
    </dgm:pt>
    <dgm:pt modelId="{DB212BA7-5670-5447-A4A4-7B5EF62D9781}" type="parTrans" cxnId="{E2256649-3103-A840-A543-86EDA75022B4}">
      <dgm:prSet/>
      <dgm:spPr/>
      <dgm:t>
        <a:bodyPr/>
        <a:lstStyle/>
        <a:p>
          <a:endParaRPr lang="en-US"/>
        </a:p>
      </dgm:t>
    </dgm:pt>
    <dgm:pt modelId="{C10A2544-000A-DF4F-A140-27477BB61EA5}" type="sibTrans" cxnId="{E2256649-3103-A840-A543-86EDA75022B4}">
      <dgm:prSet/>
      <dgm:spPr/>
      <dgm:t>
        <a:bodyPr/>
        <a:lstStyle/>
        <a:p>
          <a:endParaRPr lang="en-US"/>
        </a:p>
      </dgm:t>
    </dgm:pt>
    <dgm:pt modelId="{EF246B75-9A91-C141-A632-834558926ACF}">
      <dgm:prSet phldrT="[Text]"/>
      <dgm:spPr/>
      <dgm:t>
        <a:bodyPr/>
        <a:lstStyle/>
        <a:p>
          <a:r>
            <a:rPr lang="en-US" dirty="0"/>
            <a:t>Pair Programming</a:t>
          </a:r>
        </a:p>
      </dgm:t>
    </dgm:pt>
    <dgm:pt modelId="{F3EE6E29-701F-C24B-9ADE-7B3ABADA42CE}" type="parTrans" cxnId="{E3E332C6-64FE-4248-893F-5ADE94E15DF6}">
      <dgm:prSet/>
      <dgm:spPr/>
      <dgm:t>
        <a:bodyPr/>
        <a:lstStyle/>
        <a:p>
          <a:endParaRPr lang="en-US"/>
        </a:p>
      </dgm:t>
    </dgm:pt>
    <dgm:pt modelId="{C7A4DF57-A20D-4B49-89A3-EF45FBC13856}" type="sibTrans" cxnId="{E3E332C6-64FE-4248-893F-5ADE94E15DF6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85C9EE24-259A-1142-B078-549640B6FF8B}" srcId="{38A586A2-CE85-4845-88D0-5ADC98F9BDBC}" destId="{27832C6E-2494-BB42-9D17-06EC365DD379}" srcOrd="2" destOrd="0" parTransId="{84734508-3E21-8144-B7EA-0630A895DEEE}" sibTransId="{A6E42345-D407-D843-9B9C-537966196A2A}"/>
    <dgm:cxn modelId="{8A6B6C27-4475-E648-B14D-C75505EFBC3E}" type="presOf" srcId="{27832C6E-2494-BB42-9D17-06EC365DD379}" destId="{1FB71ED8-EA74-2841-B8E1-9CDB90D89710}" srcOrd="0" destOrd="2" presId="urn:microsoft.com/office/officeart/2005/8/layout/vList2"/>
    <dgm:cxn modelId="{E2256649-3103-A840-A543-86EDA75022B4}" srcId="{38A586A2-CE85-4845-88D0-5ADC98F9BDBC}" destId="{11877BC1-90B4-7449-9530-6CCA0222AEA8}" srcOrd="3" destOrd="0" parTransId="{DB212BA7-5670-5447-A4A4-7B5EF62D9781}" sibTransId="{C10A2544-000A-DF4F-A140-27477BB61EA5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28D6B989-D16D-924E-83F3-A0C41D1DC99C}" type="presOf" srcId="{EF246B75-9A91-C141-A632-834558926ACF}" destId="{1FB71ED8-EA74-2841-B8E1-9CDB90D89710}" srcOrd="0" destOrd="1" presId="urn:microsoft.com/office/officeart/2005/8/layout/vList2"/>
    <dgm:cxn modelId="{4A276DAA-9736-7142-8152-9DE25AFA1482}" type="presOf" srcId="{11877BC1-90B4-7449-9530-6CCA0222AEA8}" destId="{1FB71ED8-EA74-2841-B8E1-9CDB90D89710}" srcOrd="0" destOrd="3" presId="urn:microsoft.com/office/officeart/2005/8/layout/vList2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E3E332C6-64FE-4248-893F-5ADE94E15DF6}" srcId="{38A586A2-CE85-4845-88D0-5ADC98F9BDBC}" destId="{EF246B75-9A91-C141-A632-834558926ACF}" srcOrd="1" destOrd="0" parTransId="{F3EE6E29-701F-C24B-9ADE-7B3ABADA42CE}" sibTransId="{C7A4DF57-A20D-4B49-89A3-EF45FBC13856}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Data Types, Variables &amp; Operators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Variable assignment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56DB9846-9487-8D4F-97D4-55FDA02C8583}">
      <dgm:prSet phldrT="[Text]"/>
      <dgm:spPr/>
      <dgm:t>
        <a:bodyPr/>
        <a:lstStyle/>
        <a:p>
          <a:r>
            <a:rPr lang="en-US" dirty="0"/>
            <a:t>input() function</a:t>
          </a:r>
        </a:p>
      </dgm:t>
    </dgm:pt>
    <dgm:pt modelId="{2E188D83-C214-0444-9B48-FEB03B1ABD88}" type="parTrans" cxnId="{E21A47D2-0070-3343-81DF-8DB1282E0474}">
      <dgm:prSet/>
      <dgm:spPr/>
      <dgm:t>
        <a:bodyPr/>
        <a:lstStyle/>
        <a:p>
          <a:endParaRPr lang="en-US"/>
        </a:p>
      </dgm:t>
    </dgm:pt>
    <dgm:pt modelId="{107A8F92-C5DB-D544-9664-64F7081A94A9}" type="sibTrans" cxnId="{E21A47D2-0070-3343-81DF-8DB1282E0474}">
      <dgm:prSet/>
      <dgm:spPr/>
      <dgm:t>
        <a:bodyPr/>
        <a:lstStyle/>
        <a:p>
          <a:endParaRPr lang="en-US"/>
        </a:p>
      </dgm:t>
    </dgm:pt>
    <dgm:pt modelId="{D25C3F35-DF05-5D45-BC02-2AE3E4992A9A}">
      <dgm:prSet phldrT="[Text]"/>
      <dgm:spPr/>
      <dgm:t>
        <a:bodyPr/>
        <a:lstStyle/>
        <a:p>
          <a:r>
            <a:rPr lang="en-US" dirty="0"/>
            <a:t>Data types: int, float, str, bool</a:t>
          </a:r>
        </a:p>
      </dgm:t>
    </dgm:pt>
    <dgm:pt modelId="{E73F3CCF-C3CB-CD43-B180-2265762DD4DC}" type="parTrans" cxnId="{A0F6FFE7-D069-694A-BA02-FFC15EF45FB7}">
      <dgm:prSet/>
      <dgm:spPr/>
      <dgm:t>
        <a:bodyPr/>
        <a:lstStyle/>
        <a:p>
          <a:endParaRPr lang="en-US"/>
        </a:p>
      </dgm:t>
    </dgm:pt>
    <dgm:pt modelId="{8957AE18-995A-E740-9013-E23CA1268DD3}" type="sibTrans" cxnId="{A0F6FFE7-D069-694A-BA02-FFC15EF45FB7}">
      <dgm:prSet/>
      <dgm:spPr/>
      <dgm:t>
        <a:bodyPr/>
        <a:lstStyle/>
        <a:p>
          <a:endParaRPr lang="en-US"/>
        </a:p>
      </dgm:t>
    </dgm:pt>
    <dgm:pt modelId="{667A477F-6030-4542-A447-125E9D239C63}">
      <dgm:prSet phldrT="[Text]"/>
      <dgm:spPr/>
      <dgm:t>
        <a:bodyPr/>
        <a:lstStyle/>
        <a:p>
          <a:r>
            <a:rPr lang="en-US" dirty="0"/>
            <a:t>Type conversion (str() / int() / float / bool() )</a:t>
          </a:r>
        </a:p>
      </dgm:t>
    </dgm:pt>
    <dgm:pt modelId="{0A410CCB-BC8F-0F49-A38C-561CEE96EADF}" type="parTrans" cxnId="{7E0EAA2A-EF64-D947-B3F2-E6002EEE6595}">
      <dgm:prSet/>
      <dgm:spPr/>
      <dgm:t>
        <a:bodyPr/>
        <a:lstStyle/>
        <a:p>
          <a:endParaRPr lang="en-US"/>
        </a:p>
      </dgm:t>
    </dgm:pt>
    <dgm:pt modelId="{D771BA47-219B-9945-A584-D24595F7401F}" type="sibTrans" cxnId="{7E0EAA2A-EF64-D947-B3F2-E6002EEE6595}">
      <dgm:prSet/>
      <dgm:spPr/>
      <dgm:t>
        <a:bodyPr/>
        <a:lstStyle/>
        <a:p>
          <a:endParaRPr lang="en-US"/>
        </a:p>
      </dgm:t>
    </dgm:pt>
    <dgm:pt modelId="{6AA7D41F-E831-9A48-B7D4-1A14F0D54A5A}">
      <dgm:prSet phldrT="[Text]"/>
      <dgm:spPr/>
      <dgm:t>
        <a:bodyPr/>
        <a:lstStyle/>
        <a:p>
          <a:r>
            <a:rPr lang="en-US" dirty="0"/>
            <a:t>Arithmetic operators: + - * / % // **</a:t>
          </a:r>
        </a:p>
      </dgm:t>
    </dgm:pt>
    <dgm:pt modelId="{A134A9F1-E150-4742-9702-8B8E702AD323}" type="parTrans" cxnId="{DC0A104C-A181-2648-8B54-68F87E072502}">
      <dgm:prSet/>
      <dgm:spPr/>
      <dgm:t>
        <a:bodyPr/>
        <a:lstStyle/>
        <a:p>
          <a:endParaRPr lang="en-US"/>
        </a:p>
      </dgm:t>
    </dgm:pt>
    <dgm:pt modelId="{99E23EC7-A12B-264E-954B-2C3A9AD95FFD}" type="sibTrans" cxnId="{DC0A104C-A181-2648-8B54-68F87E072502}">
      <dgm:prSet/>
      <dgm:spPr/>
      <dgm:t>
        <a:bodyPr/>
        <a:lstStyle/>
        <a:p>
          <a:endParaRPr lang="en-US"/>
        </a:p>
      </dgm:t>
    </dgm:pt>
    <dgm:pt modelId="{A498BD4C-E958-724B-9441-0868F8C13F53}">
      <dgm:prSet phldrT="[Text]"/>
      <dgm:spPr/>
      <dgm:t>
        <a:bodyPr/>
        <a:lstStyle/>
        <a:p>
          <a:r>
            <a:rPr lang="en-US" dirty="0"/>
            <a:t>Comparison operators: == != &gt; &lt; &gt;= &lt;=</a:t>
          </a:r>
        </a:p>
      </dgm:t>
    </dgm:pt>
    <dgm:pt modelId="{9374F862-E0F2-074F-8DEB-65AE8D9FD58B}" type="parTrans" cxnId="{D8723E2D-DAAB-4543-87DF-F7A5384B6298}">
      <dgm:prSet/>
      <dgm:spPr/>
      <dgm:t>
        <a:bodyPr/>
        <a:lstStyle/>
        <a:p>
          <a:endParaRPr lang="en-US"/>
        </a:p>
      </dgm:t>
    </dgm:pt>
    <dgm:pt modelId="{2A7456C0-DD5E-2540-ACBB-F0BBCCD5C605}" type="sibTrans" cxnId="{D8723E2D-DAAB-4543-87DF-F7A5384B6298}">
      <dgm:prSet/>
      <dgm:spPr/>
      <dgm:t>
        <a:bodyPr/>
        <a:lstStyle/>
        <a:p>
          <a:endParaRPr lang="en-US"/>
        </a:p>
      </dgm:t>
    </dgm:pt>
    <dgm:pt modelId="{B7B6E59A-87EC-7C4D-B051-C732F8380C82}">
      <dgm:prSet phldrT="[Text]"/>
      <dgm:spPr/>
      <dgm:t>
        <a:bodyPr/>
        <a:lstStyle/>
        <a:p>
          <a:r>
            <a:rPr lang="en-US" dirty="0"/>
            <a:t>Logic operations: and, or, not</a:t>
          </a:r>
        </a:p>
      </dgm:t>
    </dgm:pt>
    <dgm:pt modelId="{DE7F05DC-DCD4-304B-85CB-14281B9E1E6B}" type="parTrans" cxnId="{F9DEBC8B-90D5-E144-A526-742D72F2C87F}">
      <dgm:prSet/>
      <dgm:spPr/>
      <dgm:t>
        <a:bodyPr/>
        <a:lstStyle/>
        <a:p>
          <a:endParaRPr lang="en-US"/>
        </a:p>
      </dgm:t>
    </dgm:pt>
    <dgm:pt modelId="{9580DCDC-BD32-F34E-B66C-CA76FDB9B987}" type="sibTrans" cxnId="{F9DEBC8B-90D5-E144-A526-742D72F2C87F}">
      <dgm:prSet/>
      <dgm:spPr/>
      <dgm:t>
        <a:bodyPr/>
        <a:lstStyle/>
        <a:p>
          <a:endParaRPr lang="en-US"/>
        </a:p>
      </dgm:t>
    </dgm:pt>
    <dgm:pt modelId="{411B6A5F-0E96-5545-9FFE-8BE8D93C41E6}">
      <dgm:prSet phldrT="[Text]"/>
      <dgm:spPr/>
      <dgm:t>
        <a:bodyPr/>
        <a:lstStyle/>
        <a:p>
          <a:r>
            <a:rPr lang="en-US" dirty="0"/>
            <a:t>Assignment operators: +=, -=, etc.</a:t>
          </a:r>
        </a:p>
      </dgm:t>
    </dgm:pt>
    <dgm:pt modelId="{939C53F6-B2B0-E14E-AA3E-08698D82B984}" type="parTrans" cxnId="{F419F0FE-2FDF-4448-8CD6-3D0EFCBF22FD}">
      <dgm:prSet/>
      <dgm:spPr/>
      <dgm:t>
        <a:bodyPr/>
        <a:lstStyle/>
        <a:p>
          <a:endParaRPr lang="en-US"/>
        </a:p>
      </dgm:t>
    </dgm:pt>
    <dgm:pt modelId="{8A36B2F9-5753-754D-82AE-D26C71B2CAC1}" type="sibTrans" cxnId="{F419F0FE-2FDF-4448-8CD6-3D0EFCBF22FD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9C0A7A19-65A0-794F-9469-2EDFFE348153}" type="presOf" srcId="{56DB9846-9487-8D4F-97D4-55FDA02C8583}" destId="{1FB71ED8-EA74-2841-B8E1-9CDB90D89710}" srcOrd="0" destOrd="3" presId="urn:microsoft.com/office/officeart/2005/8/layout/vList2"/>
    <dgm:cxn modelId="{7E0EAA2A-EF64-D947-B3F2-E6002EEE6595}" srcId="{38A586A2-CE85-4845-88D0-5ADC98F9BDBC}" destId="{667A477F-6030-4542-A447-125E9D239C63}" srcOrd="2" destOrd="0" parTransId="{0A410CCB-BC8F-0F49-A38C-561CEE96EADF}" sibTransId="{D771BA47-219B-9945-A584-D24595F7401F}"/>
    <dgm:cxn modelId="{D8723E2D-DAAB-4543-87DF-F7A5384B6298}" srcId="{38A586A2-CE85-4845-88D0-5ADC98F9BDBC}" destId="{A498BD4C-E958-724B-9441-0868F8C13F53}" srcOrd="5" destOrd="0" parTransId="{9374F862-E0F2-074F-8DEB-65AE8D9FD58B}" sibTransId="{2A7456C0-DD5E-2540-ACBB-F0BBCCD5C605}"/>
    <dgm:cxn modelId="{DC0A104C-A181-2648-8B54-68F87E072502}" srcId="{38A586A2-CE85-4845-88D0-5ADC98F9BDBC}" destId="{6AA7D41F-E831-9A48-B7D4-1A14F0D54A5A}" srcOrd="4" destOrd="0" parTransId="{A134A9F1-E150-4742-9702-8B8E702AD323}" sibTransId="{99E23EC7-A12B-264E-954B-2C3A9AD95FFD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F9DEBC8B-90D5-E144-A526-742D72F2C87F}" srcId="{38A586A2-CE85-4845-88D0-5ADC98F9BDBC}" destId="{B7B6E59A-87EC-7C4D-B051-C732F8380C82}" srcOrd="6" destOrd="0" parTransId="{DE7F05DC-DCD4-304B-85CB-14281B9E1E6B}" sibTransId="{9580DCDC-BD32-F34E-B66C-CA76FDB9B987}"/>
    <dgm:cxn modelId="{1A4D2796-F4FB-7B40-8854-C8C294DB439C}" type="presOf" srcId="{6AA7D41F-E831-9A48-B7D4-1A14F0D54A5A}" destId="{1FB71ED8-EA74-2841-B8E1-9CDB90D89710}" srcOrd="0" destOrd="4" presId="urn:microsoft.com/office/officeart/2005/8/layout/vList2"/>
    <dgm:cxn modelId="{86F4FDA5-2BCD-414E-8594-77C6550B6ED3}" type="presOf" srcId="{411B6A5F-0E96-5545-9FFE-8BE8D93C41E6}" destId="{1FB71ED8-EA74-2841-B8E1-9CDB90D89710}" srcOrd="0" destOrd="7" presId="urn:microsoft.com/office/officeart/2005/8/layout/vList2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007332D2-78A8-E54B-830B-408D11149C14}" type="presOf" srcId="{D25C3F35-DF05-5D45-BC02-2AE3E4992A9A}" destId="{1FB71ED8-EA74-2841-B8E1-9CDB90D89710}" srcOrd="0" destOrd="1" presId="urn:microsoft.com/office/officeart/2005/8/layout/vList2"/>
    <dgm:cxn modelId="{E21A47D2-0070-3343-81DF-8DB1282E0474}" srcId="{38A586A2-CE85-4845-88D0-5ADC98F9BDBC}" destId="{56DB9846-9487-8D4F-97D4-55FDA02C8583}" srcOrd="3" destOrd="0" parTransId="{2E188D83-C214-0444-9B48-FEB03B1ABD88}" sibTransId="{107A8F92-C5DB-D544-9664-64F7081A94A9}"/>
    <dgm:cxn modelId="{A0F6FFE7-D069-694A-BA02-FFC15EF45FB7}" srcId="{38A586A2-CE85-4845-88D0-5ADC98F9BDBC}" destId="{D25C3F35-DF05-5D45-BC02-2AE3E4992A9A}" srcOrd="1" destOrd="0" parTransId="{E73F3CCF-C3CB-CD43-B180-2265762DD4DC}" sibTransId="{8957AE18-995A-E740-9013-E23CA1268DD3}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1CD151F3-0B31-5845-85C9-2AB14FF5B5B0}" type="presOf" srcId="{A498BD4C-E958-724B-9441-0868F8C13F53}" destId="{1FB71ED8-EA74-2841-B8E1-9CDB90D89710}" srcOrd="0" destOrd="5" presId="urn:microsoft.com/office/officeart/2005/8/layout/vList2"/>
    <dgm:cxn modelId="{04369FF7-9CEB-A84D-B614-A3890E2997C3}" type="presOf" srcId="{B7B6E59A-87EC-7C4D-B051-C732F8380C82}" destId="{1FB71ED8-EA74-2841-B8E1-9CDB90D89710}" srcOrd="0" destOrd="6" presId="urn:microsoft.com/office/officeart/2005/8/layout/vList2"/>
    <dgm:cxn modelId="{7636BEFE-E772-1548-9698-71E0EB952631}" type="presOf" srcId="{667A477F-6030-4542-A447-125E9D239C63}" destId="{1FB71ED8-EA74-2841-B8E1-9CDB90D89710}" srcOrd="0" destOrd="2" presId="urn:microsoft.com/office/officeart/2005/8/layout/vList2"/>
    <dgm:cxn modelId="{F419F0FE-2FDF-4448-8CD6-3D0EFCBF22FD}" srcId="{38A586A2-CE85-4845-88D0-5ADC98F9BDBC}" destId="{411B6A5F-0E96-5545-9FFE-8BE8D93C41E6}" srcOrd="7" destOrd="0" parTransId="{939C53F6-B2B0-E14E-AA3E-08698D82B984}" sibTransId="{8A36B2F9-5753-754D-82AE-D26C71B2CAC1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Conditional &amp; Control Statements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if, </a:t>
          </a:r>
          <a:r>
            <a:rPr lang="en-US" dirty="0" err="1"/>
            <a:t>elif</a:t>
          </a:r>
          <a:r>
            <a:rPr lang="en-US" dirty="0"/>
            <a:t>, else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6232B4D7-EEF7-3A43-B0D7-54E57D8C3520}">
      <dgm:prSet phldrT="[Text]"/>
      <dgm:spPr/>
      <dgm:t>
        <a:bodyPr/>
        <a:lstStyle/>
        <a:p>
          <a:r>
            <a:rPr lang="en-US" dirty="0"/>
            <a:t>Indentation and code blocks</a:t>
          </a:r>
        </a:p>
      </dgm:t>
    </dgm:pt>
    <dgm:pt modelId="{2FC7F681-DEC9-DC47-ADB2-3DE8F3E8D6D8}" type="parTrans" cxnId="{8BA4E4AE-D99B-CF44-90AF-E5F07E542709}">
      <dgm:prSet/>
      <dgm:spPr/>
      <dgm:t>
        <a:bodyPr/>
        <a:lstStyle/>
        <a:p>
          <a:endParaRPr lang="en-US"/>
        </a:p>
      </dgm:t>
    </dgm:pt>
    <dgm:pt modelId="{3F7C1A9A-8329-9240-9A48-1BED995397A9}" type="sibTrans" cxnId="{8BA4E4AE-D99B-CF44-90AF-E5F07E542709}">
      <dgm:prSet/>
      <dgm:spPr/>
      <dgm:t>
        <a:bodyPr/>
        <a:lstStyle/>
        <a:p>
          <a:endParaRPr lang="en-US"/>
        </a:p>
      </dgm:t>
    </dgm:pt>
    <dgm:pt modelId="{3537375A-0104-F04C-B00D-A430B04152F2}">
      <dgm:prSet phldrT="[Text]"/>
      <dgm:spPr/>
      <dgm:t>
        <a:bodyPr/>
        <a:lstStyle/>
        <a:p>
          <a:r>
            <a:rPr lang="en-US" dirty="0"/>
            <a:t>Nested conditions</a:t>
          </a:r>
        </a:p>
      </dgm:t>
    </dgm:pt>
    <dgm:pt modelId="{130FBC68-0DC8-E849-9573-87D7FFE44ECD}" type="parTrans" cxnId="{60B54D8D-9B03-894E-B00F-C04ABC1453AC}">
      <dgm:prSet/>
      <dgm:spPr/>
      <dgm:t>
        <a:bodyPr/>
        <a:lstStyle/>
        <a:p>
          <a:endParaRPr lang="en-US"/>
        </a:p>
      </dgm:t>
    </dgm:pt>
    <dgm:pt modelId="{CBB937BF-2211-DD42-9361-72E6A5198A44}" type="sibTrans" cxnId="{60B54D8D-9B03-894E-B00F-C04ABC1453AC}">
      <dgm:prSet/>
      <dgm:spPr/>
      <dgm:t>
        <a:bodyPr/>
        <a:lstStyle/>
        <a:p>
          <a:endParaRPr lang="en-US"/>
        </a:p>
      </dgm:t>
    </dgm:pt>
    <dgm:pt modelId="{C3CDDBD1-8C66-9D4A-8D0E-65C2BFB3C163}">
      <dgm:prSet phldrT="[Text]"/>
      <dgm:spPr/>
      <dgm:t>
        <a:bodyPr/>
        <a:lstStyle/>
        <a:p>
          <a:r>
            <a:rPr lang="en-US" dirty="0"/>
            <a:t>while loops</a:t>
          </a:r>
        </a:p>
      </dgm:t>
    </dgm:pt>
    <dgm:pt modelId="{5117875F-6F6F-5A44-8481-81E11347F8A1}" type="parTrans" cxnId="{F336E024-DC8C-E64F-9955-094C4F0816D3}">
      <dgm:prSet/>
      <dgm:spPr/>
      <dgm:t>
        <a:bodyPr/>
        <a:lstStyle/>
        <a:p>
          <a:endParaRPr lang="en-US"/>
        </a:p>
      </dgm:t>
    </dgm:pt>
    <dgm:pt modelId="{6280723B-BF40-C146-97DD-63304A7FCEE3}" type="sibTrans" cxnId="{F336E024-DC8C-E64F-9955-094C4F0816D3}">
      <dgm:prSet/>
      <dgm:spPr/>
      <dgm:t>
        <a:bodyPr/>
        <a:lstStyle/>
        <a:p>
          <a:endParaRPr lang="en-US"/>
        </a:p>
      </dgm:t>
    </dgm:pt>
    <dgm:pt modelId="{C2E25BE0-AEB8-FF47-9620-85DF53B7D876}">
      <dgm:prSet phldrT="[Text]"/>
      <dgm:spPr/>
      <dgm:t>
        <a:bodyPr/>
        <a:lstStyle/>
        <a:p>
          <a:r>
            <a:rPr lang="en-US" dirty="0"/>
            <a:t>for loops with range()</a:t>
          </a:r>
        </a:p>
      </dgm:t>
    </dgm:pt>
    <dgm:pt modelId="{006D74FA-FA78-E842-A92E-ADFBB9FDB110}" type="parTrans" cxnId="{4279D920-8411-4A45-8477-59E8EA9358B4}">
      <dgm:prSet/>
      <dgm:spPr/>
      <dgm:t>
        <a:bodyPr/>
        <a:lstStyle/>
        <a:p>
          <a:endParaRPr lang="en-US"/>
        </a:p>
      </dgm:t>
    </dgm:pt>
    <dgm:pt modelId="{4F5B0C08-62E8-EF4C-A9C8-D23691292084}" type="sibTrans" cxnId="{4279D920-8411-4A45-8477-59E8EA9358B4}">
      <dgm:prSet/>
      <dgm:spPr/>
      <dgm:t>
        <a:bodyPr/>
        <a:lstStyle/>
        <a:p>
          <a:endParaRPr lang="en-US"/>
        </a:p>
      </dgm:t>
    </dgm:pt>
    <dgm:pt modelId="{0A542BA8-6464-DB47-81AA-C20B1217A2E3}">
      <dgm:prSet phldrT="[Text]"/>
      <dgm:spPr/>
      <dgm:t>
        <a:bodyPr/>
        <a:lstStyle/>
        <a:p>
          <a:r>
            <a:rPr lang="en-US" dirty="0"/>
            <a:t>Look control: break, continue, pass</a:t>
          </a:r>
        </a:p>
      </dgm:t>
    </dgm:pt>
    <dgm:pt modelId="{C0EFACB3-B5C0-E944-8C5A-1EF316887DD1}" type="parTrans" cxnId="{B1529BEA-6893-8C4C-A08C-8ECAC89EE314}">
      <dgm:prSet/>
      <dgm:spPr/>
      <dgm:t>
        <a:bodyPr/>
        <a:lstStyle/>
        <a:p>
          <a:endParaRPr lang="en-US"/>
        </a:p>
      </dgm:t>
    </dgm:pt>
    <dgm:pt modelId="{DFCCAEDE-2049-284A-B3F7-C1BF44473483}" type="sibTrans" cxnId="{B1529BEA-6893-8C4C-A08C-8ECAC89EE314}">
      <dgm:prSet/>
      <dgm:spPr/>
      <dgm:t>
        <a:bodyPr/>
        <a:lstStyle/>
        <a:p>
          <a:endParaRPr lang="en-US"/>
        </a:p>
      </dgm:t>
    </dgm:pt>
    <dgm:pt modelId="{84D7651A-20FB-AB4F-862B-8EB990C6C4EB}">
      <dgm:prSet phldrT="[Text]"/>
      <dgm:spPr/>
      <dgm:t>
        <a:bodyPr/>
        <a:lstStyle/>
        <a:p>
          <a:r>
            <a:rPr lang="en-US" dirty="0"/>
            <a:t>Simple loop exercises (multiplication table, sum of digits, etc.)</a:t>
          </a:r>
        </a:p>
      </dgm:t>
    </dgm:pt>
    <dgm:pt modelId="{7921E9AA-2B5A-0D41-B5D2-91BF48319C11}" type="parTrans" cxnId="{85358F21-A273-7745-9BFE-4BF01B80DA20}">
      <dgm:prSet/>
      <dgm:spPr/>
      <dgm:t>
        <a:bodyPr/>
        <a:lstStyle/>
        <a:p>
          <a:endParaRPr lang="en-US"/>
        </a:p>
      </dgm:t>
    </dgm:pt>
    <dgm:pt modelId="{66714DF4-C08D-3B45-B812-EFFBA75F4432}" type="sibTrans" cxnId="{85358F21-A273-7745-9BFE-4BF01B80DA20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3F96171B-B772-324A-8C40-61F13DA44863}" type="presOf" srcId="{84D7651A-20FB-AB4F-862B-8EB990C6C4EB}" destId="{1FB71ED8-EA74-2841-B8E1-9CDB90D89710}" srcOrd="0" destOrd="6" presId="urn:microsoft.com/office/officeart/2005/8/layout/vList2"/>
    <dgm:cxn modelId="{4279D920-8411-4A45-8477-59E8EA9358B4}" srcId="{38A586A2-CE85-4845-88D0-5ADC98F9BDBC}" destId="{C2E25BE0-AEB8-FF47-9620-85DF53B7D876}" srcOrd="4" destOrd="0" parTransId="{006D74FA-FA78-E842-A92E-ADFBB9FDB110}" sibTransId="{4F5B0C08-62E8-EF4C-A9C8-D23691292084}"/>
    <dgm:cxn modelId="{85358F21-A273-7745-9BFE-4BF01B80DA20}" srcId="{38A586A2-CE85-4845-88D0-5ADC98F9BDBC}" destId="{84D7651A-20FB-AB4F-862B-8EB990C6C4EB}" srcOrd="6" destOrd="0" parTransId="{7921E9AA-2B5A-0D41-B5D2-91BF48319C11}" sibTransId="{66714DF4-C08D-3B45-B812-EFFBA75F4432}"/>
    <dgm:cxn modelId="{F336E024-DC8C-E64F-9955-094C4F0816D3}" srcId="{38A586A2-CE85-4845-88D0-5ADC98F9BDBC}" destId="{C3CDDBD1-8C66-9D4A-8D0E-65C2BFB3C163}" srcOrd="3" destOrd="0" parTransId="{5117875F-6F6F-5A44-8481-81E11347F8A1}" sibTransId="{6280723B-BF40-C146-97DD-63304A7FCEE3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3D1ACA51-38CC-7D4F-B12C-1BE1B1BF63AD}" type="presOf" srcId="{C3CDDBD1-8C66-9D4A-8D0E-65C2BFB3C163}" destId="{1FB71ED8-EA74-2841-B8E1-9CDB90D89710}" srcOrd="0" destOrd="3" presId="urn:microsoft.com/office/officeart/2005/8/layout/vList2"/>
    <dgm:cxn modelId="{A2C47B5A-EA7D-C141-B3B1-BC41F1301CBA}" type="presOf" srcId="{C2E25BE0-AEB8-FF47-9620-85DF53B7D876}" destId="{1FB71ED8-EA74-2841-B8E1-9CDB90D89710}" srcOrd="0" destOrd="4" presId="urn:microsoft.com/office/officeart/2005/8/layout/vList2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60B54D8D-9B03-894E-B00F-C04ABC1453AC}" srcId="{38A586A2-CE85-4845-88D0-5ADC98F9BDBC}" destId="{3537375A-0104-F04C-B00D-A430B04152F2}" srcOrd="2" destOrd="0" parTransId="{130FBC68-0DC8-E849-9573-87D7FFE44ECD}" sibTransId="{CBB937BF-2211-DD42-9361-72E6A5198A44}"/>
    <dgm:cxn modelId="{630A669E-44F9-BE4F-946A-300564145B7C}" type="presOf" srcId="{6232B4D7-EEF7-3A43-B0D7-54E57D8C3520}" destId="{1FB71ED8-EA74-2841-B8E1-9CDB90D89710}" srcOrd="0" destOrd="1" presId="urn:microsoft.com/office/officeart/2005/8/layout/vList2"/>
    <dgm:cxn modelId="{8BA4E4AE-D99B-CF44-90AF-E5F07E542709}" srcId="{38A586A2-CE85-4845-88D0-5ADC98F9BDBC}" destId="{6232B4D7-EEF7-3A43-B0D7-54E57D8C3520}" srcOrd="1" destOrd="0" parTransId="{2FC7F681-DEC9-DC47-ADB2-3DE8F3E8D6D8}" sibTransId="{3F7C1A9A-8329-9240-9A48-1BED995397A9}"/>
    <dgm:cxn modelId="{FB03E2B1-829F-4448-9EBF-B13F86921A52}" type="presOf" srcId="{0A542BA8-6464-DB47-81AA-C20B1217A2E3}" destId="{1FB71ED8-EA74-2841-B8E1-9CDB90D89710}" srcOrd="0" destOrd="5" presId="urn:microsoft.com/office/officeart/2005/8/layout/vList2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D36A20E9-C5D0-B74C-A950-88CC17315F97}" type="presOf" srcId="{3537375A-0104-F04C-B00D-A430B04152F2}" destId="{1FB71ED8-EA74-2841-B8E1-9CDB90D89710}" srcOrd="0" destOrd="2" presId="urn:microsoft.com/office/officeart/2005/8/layout/vList2"/>
    <dgm:cxn modelId="{B1529BEA-6893-8C4C-A08C-8ECAC89EE314}" srcId="{38A586A2-CE85-4845-88D0-5ADC98F9BDBC}" destId="{0A542BA8-6464-DB47-81AA-C20B1217A2E3}" srcOrd="5" destOrd="0" parTransId="{C0EFACB3-B5C0-E944-8C5A-1EF316887DD1}" sibTransId="{DFCCAEDE-2049-284A-B3F7-C1BF44473483}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Data Structures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Strings: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355ECDC0-B849-334D-8462-88D166AF4CF2}">
      <dgm:prSet phldrT="[Text]"/>
      <dgm:spPr/>
      <dgm:t>
        <a:bodyPr/>
        <a:lstStyle/>
        <a:p>
          <a:endParaRPr lang="en-US" dirty="0"/>
        </a:p>
      </dgm:t>
    </dgm:pt>
    <dgm:pt modelId="{92D09341-2385-5843-834F-ABD19EF8ECDA}" type="parTrans" cxnId="{DD8F871A-5504-9E45-875A-C5DA88B62492}">
      <dgm:prSet/>
      <dgm:spPr/>
      <dgm:t>
        <a:bodyPr/>
        <a:lstStyle/>
        <a:p>
          <a:endParaRPr lang="en-US"/>
        </a:p>
      </dgm:t>
    </dgm:pt>
    <dgm:pt modelId="{4A2F58CD-DFD3-FE41-9ED9-E2EB93A68DCD}" type="sibTrans" cxnId="{DD8F871A-5504-9E45-875A-C5DA88B62492}">
      <dgm:prSet/>
      <dgm:spPr/>
      <dgm:t>
        <a:bodyPr/>
        <a:lstStyle/>
        <a:p>
          <a:endParaRPr lang="en-US"/>
        </a:p>
      </dgm:t>
    </dgm:pt>
    <dgm:pt modelId="{046D6741-197B-8846-9D5F-C14A93DCD3D9}">
      <dgm:prSet phldrT="[Text]"/>
      <dgm:spPr/>
      <dgm:t>
        <a:bodyPr/>
        <a:lstStyle/>
        <a:p>
          <a:endParaRPr lang="en-US" dirty="0"/>
        </a:p>
      </dgm:t>
    </dgm:pt>
    <dgm:pt modelId="{174F49F4-AB84-074E-BFCF-DB1EE8A4D920}" type="parTrans" cxnId="{44D46E99-4DF9-334C-8DD0-1C32FB229583}">
      <dgm:prSet/>
      <dgm:spPr/>
      <dgm:t>
        <a:bodyPr/>
        <a:lstStyle/>
        <a:p>
          <a:endParaRPr lang="en-US"/>
        </a:p>
      </dgm:t>
    </dgm:pt>
    <dgm:pt modelId="{7D768DC2-CE32-0140-87BC-18BB4D8FD1E1}" type="sibTrans" cxnId="{44D46E99-4DF9-334C-8DD0-1C32FB229583}">
      <dgm:prSet/>
      <dgm:spPr/>
      <dgm:t>
        <a:bodyPr/>
        <a:lstStyle/>
        <a:p>
          <a:endParaRPr lang="en-US"/>
        </a:p>
      </dgm:t>
    </dgm:pt>
    <dgm:pt modelId="{05515C24-9CB4-1544-98EB-53B46A552D51}">
      <dgm:prSet phldrT="[Text]"/>
      <dgm:spPr/>
      <dgm:t>
        <a:bodyPr/>
        <a:lstStyle/>
        <a:p>
          <a:r>
            <a:rPr lang="en-US" dirty="0"/>
            <a:t>Indexing, slicing, basic methods (.lower(), .replace(), </a:t>
          </a:r>
          <a:r>
            <a:rPr lang="en-US" dirty="0" err="1"/>
            <a:t>etc</a:t>
          </a:r>
          <a:r>
            <a:rPr lang="en-US" dirty="0"/>
            <a:t>)</a:t>
          </a:r>
        </a:p>
      </dgm:t>
    </dgm:pt>
    <dgm:pt modelId="{9C223274-D0F6-EF49-A71A-5873976FCF8B}" type="parTrans" cxnId="{34B6EE2C-9D60-2148-8471-1B81C2EDF157}">
      <dgm:prSet/>
      <dgm:spPr/>
      <dgm:t>
        <a:bodyPr/>
        <a:lstStyle/>
        <a:p>
          <a:endParaRPr lang="en-US"/>
        </a:p>
      </dgm:t>
    </dgm:pt>
    <dgm:pt modelId="{3231CA7F-7C35-564A-A8CA-15D72F96D02C}" type="sibTrans" cxnId="{34B6EE2C-9D60-2148-8471-1B81C2EDF157}">
      <dgm:prSet/>
      <dgm:spPr/>
      <dgm:t>
        <a:bodyPr/>
        <a:lstStyle/>
        <a:p>
          <a:endParaRPr lang="en-US"/>
        </a:p>
      </dgm:t>
    </dgm:pt>
    <dgm:pt modelId="{C915A7A0-694B-694A-A22D-FFC3FFB82638}">
      <dgm:prSet phldrT="[Text]"/>
      <dgm:spPr/>
      <dgm:t>
        <a:bodyPr/>
        <a:lstStyle/>
        <a:p>
          <a:r>
            <a:rPr lang="en-US" dirty="0"/>
            <a:t>Lists</a:t>
          </a:r>
        </a:p>
      </dgm:t>
    </dgm:pt>
    <dgm:pt modelId="{2396B867-A33C-C748-B8C2-3B89FE5E1680}" type="parTrans" cxnId="{D29FB328-AF7E-D848-9429-6F4BD725C14A}">
      <dgm:prSet/>
      <dgm:spPr/>
      <dgm:t>
        <a:bodyPr/>
        <a:lstStyle/>
        <a:p>
          <a:endParaRPr lang="en-US"/>
        </a:p>
      </dgm:t>
    </dgm:pt>
    <dgm:pt modelId="{E41EA813-914A-C140-BBBF-B0AB3672F196}" type="sibTrans" cxnId="{D29FB328-AF7E-D848-9429-6F4BD725C14A}">
      <dgm:prSet/>
      <dgm:spPr/>
      <dgm:t>
        <a:bodyPr/>
        <a:lstStyle/>
        <a:p>
          <a:endParaRPr lang="en-US"/>
        </a:p>
      </dgm:t>
    </dgm:pt>
    <dgm:pt modelId="{2D1C086C-197F-4F40-848C-AB1AE36CCEF9}">
      <dgm:prSet phldrT="[Text]"/>
      <dgm:spPr/>
      <dgm:t>
        <a:bodyPr/>
        <a:lstStyle/>
        <a:p>
          <a:r>
            <a:rPr lang="en-US" dirty="0"/>
            <a:t>Creating, indexing, slicing, common methods (append(), pop())</a:t>
          </a:r>
        </a:p>
      </dgm:t>
    </dgm:pt>
    <dgm:pt modelId="{6FE59A72-D221-9143-9E3B-3DD12B1C3427}" type="parTrans" cxnId="{13287DEE-9AD9-824E-9B28-F4476BBABD3B}">
      <dgm:prSet/>
      <dgm:spPr/>
      <dgm:t>
        <a:bodyPr/>
        <a:lstStyle/>
        <a:p>
          <a:endParaRPr lang="en-US"/>
        </a:p>
      </dgm:t>
    </dgm:pt>
    <dgm:pt modelId="{A70DBE87-F54D-C449-94AC-93F0746DDEA2}" type="sibTrans" cxnId="{13287DEE-9AD9-824E-9B28-F4476BBABD3B}">
      <dgm:prSet/>
      <dgm:spPr/>
      <dgm:t>
        <a:bodyPr/>
        <a:lstStyle/>
        <a:p>
          <a:endParaRPr lang="en-US"/>
        </a:p>
      </dgm:t>
    </dgm:pt>
    <dgm:pt modelId="{DD24883D-35D7-1F4C-A43C-06E8F320E542}">
      <dgm:prSet phldrT="[Text]"/>
      <dgm:spPr/>
      <dgm:t>
        <a:bodyPr/>
        <a:lstStyle/>
        <a:p>
          <a:r>
            <a:rPr lang="en-US" dirty="0"/>
            <a:t>Tuples</a:t>
          </a:r>
        </a:p>
      </dgm:t>
    </dgm:pt>
    <dgm:pt modelId="{81CD625B-D29A-6C40-87C6-65BFD80C1DEC}" type="parTrans" cxnId="{DF5FE12D-7A42-8348-9B91-A1B202A851E9}">
      <dgm:prSet/>
      <dgm:spPr/>
      <dgm:t>
        <a:bodyPr/>
        <a:lstStyle/>
        <a:p>
          <a:endParaRPr lang="en-US"/>
        </a:p>
      </dgm:t>
    </dgm:pt>
    <dgm:pt modelId="{E25F6D05-6E5A-EF4B-AF57-78A38C3A2222}" type="sibTrans" cxnId="{DF5FE12D-7A42-8348-9B91-A1B202A851E9}">
      <dgm:prSet/>
      <dgm:spPr/>
      <dgm:t>
        <a:bodyPr/>
        <a:lstStyle/>
        <a:p>
          <a:endParaRPr lang="en-US"/>
        </a:p>
      </dgm:t>
    </dgm:pt>
    <dgm:pt modelId="{A05A6991-CC2B-C64B-9928-7EB382A94E3E}">
      <dgm:prSet phldrT="[Text]"/>
      <dgm:spPr/>
      <dgm:t>
        <a:bodyPr/>
        <a:lstStyle/>
        <a:p>
          <a:r>
            <a:rPr lang="en-US" dirty="0"/>
            <a:t>Immutable sequences</a:t>
          </a:r>
        </a:p>
      </dgm:t>
    </dgm:pt>
    <dgm:pt modelId="{DCE300D7-8731-9F45-941E-F21CFFDC77A6}" type="parTrans" cxnId="{10A23901-2D89-274C-ADEC-5908C34DB246}">
      <dgm:prSet/>
      <dgm:spPr/>
      <dgm:t>
        <a:bodyPr/>
        <a:lstStyle/>
        <a:p>
          <a:endParaRPr lang="en-US"/>
        </a:p>
      </dgm:t>
    </dgm:pt>
    <dgm:pt modelId="{80795A5D-6FA0-D84B-A338-85A77EF05E1B}" type="sibTrans" cxnId="{10A23901-2D89-274C-ADEC-5908C34DB246}">
      <dgm:prSet/>
      <dgm:spPr/>
      <dgm:t>
        <a:bodyPr/>
        <a:lstStyle/>
        <a:p>
          <a:endParaRPr lang="en-US"/>
        </a:p>
      </dgm:t>
    </dgm:pt>
    <dgm:pt modelId="{F4BA6F3F-AE23-4946-990B-5EF81A895233}">
      <dgm:prSet phldrT="[Text]"/>
      <dgm:spPr/>
      <dgm:t>
        <a:bodyPr/>
        <a:lstStyle/>
        <a:p>
          <a:r>
            <a:rPr lang="en-US" dirty="0"/>
            <a:t>Dictionaries</a:t>
          </a:r>
        </a:p>
      </dgm:t>
    </dgm:pt>
    <dgm:pt modelId="{CEAC6B7D-7A01-9545-9F26-BF5AF6DC10C9}" type="parTrans" cxnId="{ED78D3F0-695F-F94C-9D27-35497C694FFB}">
      <dgm:prSet/>
      <dgm:spPr/>
      <dgm:t>
        <a:bodyPr/>
        <a:lstStyle/>
        <a:p>
          <a:endParaRPr lang="en-US"/>
        </a:p>
      </dgm:t>
    </dgm:pt>
    <dgm:pt modelId="{037DA9C4-80D0-7D4B-BB33-A4C764706E53}" type="sibTrans" cxnId="{ED78D3F0-695F-F94C-9D27-35497C694FFB}">
      <dgm:prSet/>
      <dgm:spPr/>
      <dgm:t>
        <a:bodyPr/>
        <a:lstStyle/>
        <a:p>
          <a:endParaRPr lang="en-US"/>
        </a:p>
      </dgm:t>
    </dgm:pt>
    <dgm:pt modelId="{03D926EA-1135-DE49-8B8A-C45FFA41FD53}">
      <dgm:prSet phldrT="[Text]"/>
      <dgm:spPr/>
      <dgm:t>
        <a:bodyPr/>
        <a:lstStyle/>
        <a:p>
          <a:r>
            <a:rPr lang="en-US" dirty="0"/>
            <a:t>Key-value pairs, .get(), .items(), .keys(), .values()</a:t>
          </a:r>
        </a:p>
      </dgm:t>
    </dgm:pt>
    <dgm:pt modelId="{99EBA36D-AC59-D94B-BDC1-7AF9F399CA07}" type="parTrans" cxnId="{FC03B8F8-1165-0549-A94E-ABF52FA6A8B7}">
      <dgm:prSet/>
      <dgm:spPr/>
      <dgm:t>
        <a:bodyPr/>
        <a:lstStyle/>
        <a:p>
          <a:endParaRPr lang="en-US"/>
        </a:p>
      </dgm:t>
    </dgm:pt>
    <dgm:pt modelId="{7C843B47-1C2F-3045-B75D-165EF138D7CF}" type="sibTrans" cxnId="{FC03B8F8-1165-0549-A94E-ABF52FA6A8B7}">
      <dgm:prSet/>
      <dgm:spPr/>
      <dgm:t>
        <a:bodyPr/>
        <a:lstStyle/>
        <a:p>
          <a:endParaRPr lang="en-US"/>
        </a:p>
      </dgm:t>
    </dgm:pt>
    <dgm:pt modelId="{C4C46BE8-5118-4A4E-A381-9FB2A7E05D10}">
      <dgm:prSet phldrT="[Text]"/>
      <dgm:spPr/>
      <dgm:t>
        <a:bodyPr/>
        <a:lstStyle/>
        <a:p>
          <a:r>
            <a:rPr lang="en-US" dirty="0"/>
            <a:t>Sets</a:t>
          </a:r>
        </a:p>
      </dgm:t>
    </dgm:pt>
    <dgm:pt modelId="{F0EA10E5-9B25-1C4D-A272-D40CE4184751}" type="parTrans" cxnId="{92233920-619F-C24A-99E6-24562E2C4B52}">
      <dgm:prSet/>
      <dgm:spPr/>
      <dgm:t>
        <a:bodyPr/>
        <a:lstStyle/>
        <a:p>
          <a:endParaRPr lang="en-US"/>
        </a:p>
      </dgm:t>
    </dgm:pt>
    <dgm:pt modelId="{6680BA28-965D-F946-A4EA-A14637C6770A}" type="sibTrans" cxnId="{92233920-619F-C24A-99E6-24562E2C4B52}">
      <dgm:prSet/>
      <dgm:spPr/>
      <dgm:t>
        <a:bodyPr/>
        <a:lstStyle/>
        <a:p>
          <a:endParaRPr lang="en-US"/>
        </a:p>
      </dgm:t>
    </dgm:pt>
    <dgm:pt modelId="{8C95E168-B913-4D44-89FD-652000E4BEE3}">
      <dgm:prSet phldrT="[Text]"/>
      <dgm:spPr/>
      <dgm:t>
        <a:bodyPr/>
        <a:lstStyle/>
        <a:p>
          <a:r>
            <a:rPr lang="en-US" dirty="0"/>
            <a:t>Unique elements, set operations</a:t>
          </a:r>
        </a:p>
      </dgm:t>
    </dgm:pt>
    <dgm:pt modelId="{AA803FE7-D8E4-604C-A867-D59C6044A68C}" type="parTrans" cxnId="{600FEC8F-CCC8-0A4D-B48A-A9D54E7E7EAC}">
      <dgm:prSet/>
      <dgm:spPr/>
      <dgm:t>
        <a:bodyPr/>
        <a:lstStyle/>
        <a:p>
          <a:endParaRPr lang="en-US"/>
        </a:p>
      </dgm:t>
    </dgm:pt>
    <dgm:pt modelId="{5E0FB34D-EB58-4140-8F8F-AF0EF1ED5640}" type="sibTrans" cxnId="{600FEC8F-CCC8-0A4D-B48A-A9D54E7E7EAC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0A23901-2D89-274C-ADEC-5908C34DB246}" srcId="{DD24883D-35D7-1F4C-A43C-06E8F320E542}" destId="{A05A6991-CC2B-C64B-9928-7EB382A94E3E}" srcOrd="0" destOrd="0" parTransId="{DCE300D7-8731-9F45-941E-F21CFFDC77A6}" sibTransId="{80795A5D-6FA0-D84B-A338-85A77EF05E1B}"/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F83EFF19-A1B3-D444-9E9C-EEEFCFBE9918}" type="presOf" srcId="{8C95E168-B913-4D44-89FD-652000E4BEE3}" destId="{1FB71ED8-EA74-2841-B8E1-9CDB90D89710}" srcOrd="0" destOrd="9" presId="urn:microsoft.com/office/officeart/2005/8/layout/vList2"/>
    <dgm:cxn modelId="{DD8F871A-5504-9E45-875A-C5DA88B62492}" srcId="{38A586A2-CE85-4845-88D0-5ADC98F9BDBC}" destId="{355ECDC0-B849-334D-8462-88D166AF4CF2}" srcOrd="6" destOrd="0" parTransId="{92D09341-2385-5843-834F-ABD19EF8ECDA}" sibTransId="{4A2F58CD-DFD3-FE41-9ED9-E2EB93A68DCD}"/>
    <dgm:cxn modelId="{92233920-619F-C24A-99E6-24562E2C4B52}" srcId="{38A586A2-CE85-4845-88D0-5ADC98F9BDBC}" destId="{C4C46BE8-5118-4A4E-A381-9FB2A7E05D10}" srcOrd="4" destOrd="0" parTransId="{F0EA10E5-9B25-1C4D-A272-D40CE4184751}" sibTransId="{6680BA28-965D-F946-A4EA-A14637C6770A}"/>
    <dgm:cxn modelId="{D29FB328-AF7E-D848-9429-6F4BD725C14A}" srcId="{38A586A2-CE85-4845-88D0-5ADC98F9BDBC}" destId="{C915A7A0-694B-694A-A22D-FFC3FFB82638}" srcOrd="1" destOrd="0" parTransId="{2396B867-A33C-C748-B8C2-3B89FE5E1680}" sibTransId="{E41EA813-914A-C140-BBBF-B0AB3672F196}"/>
    <dgm:cxn modelId="{34B6EE2C-9D60-2148-8471-1B81C2EDF157}" srcId="{FC67FD9F-6D9D-FD4C-8E86-0C9127BEFF31}" destId="{05515C24-9CB4-1544-98EB-53B46A552D51}" srcOrd="0" destOrd="0" parTransId="{9C223274-D0F6-EF49-A71A-5873976FCF8B}" sibTransId="{3231CA7F-7C35-564A-A8CA-15D72F96D02C}"/>
    <dgm:cxn modelId="{DF5FE12D-7A42-8348-9B91-A1B202A851E9}" srcId="{38A586A2-CE85-4845-88D0-5ADC98F9BDBC}" destId="{DD24883D-35D7-1F4C-A43C-06E8F320E542}" srcOrd="2" destOrd="0" parTransId="{81CD625B-D29A-6C40-87C6-65BFD80C1DEC}" sibTransId="{E25F6D05-6E5A-EF4B-AF57-78A38C3A2222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96F28250-0450-794F-A801-6183D7E6CC98}" type="presOf" srcId="{DD24883D-35D7-1F4C-A43C-06E8F320E542}" destId="{1FB71ED8-EA74-2841-B8E1-9CDB90D89710}" srcOrd="0" destOrd="4" presId="urn:microsoft.com/office/officeart/2005/8/layout/vList2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40934460-C8F7-3F47-BC28-5361AD35FA5E}" type="presOf" srcId="{2D1C086C-197F-4F40-848C-AB1AE36CCEF9}" destId="{1FB71ED8-EA74-2841-B8E1-9CDB90D89710}" srcOrd="0" destOrd="3" presId="urn:microsoft.com/office/officeart/2005/8/layout/vList2"/>
    <dgm:cxn modelId="{040C7E7D-3F37-094A-91A3-D0643696EFCB}" type="presOf" srcId="{C915A7A0-694B-694A-A22D-FFC3FFB82638}" destId="{1FB71ED8-EA74-2841-B8E1-9CDB90D89710}" srcOrd="0" destOrd="2" presId="urn:microsoft.com/office/officeart/2005/8/layout/vList2"/>
    <dgm:cxn modelId="{8FA39586-A253-A24C-8D17-5510D41C7C61}" type="presOf" srcId="{046D6741-197B-8846-9D5F-C14A93DCD3D9}" destId="{1FB71ED8-EA74-2841-B8E1-9CDB90D89710}" srcOrd="0" destOrd="10" presId="urn:microsoft.com/office/officeart/2005/8/layout/vList2"/>
    <dgm:cxn modelId="{600FEC8F-CCC8-0A4D-B48A-A9D54E7E7EAC}" srcId="{C4C46BE8-5118-4A4E-A381-9FB2A7E05D10}" destId="{8C95E168-B913-4D44-89FD-652000E4BEE3}" srcOrd="0" destOrd="0" parTransId="{AA803FE7-D8E4-604C-A867-D59C6044A68C}" sibTransId="{5E0FB34D-EB58-4140-8F8F-AF0EF1ED5640}"/>
    <dgm:cxn modelId="{DBB34C95-6367-DE4D-B222-45ED601EDAB2}" type="presOf" srcId="{355ECDC0-B849-334D-8462-88D166AF4CF2}" destId="{1FB71ED8-EA74-2841-B8E1-9CDB90D89710}" srcOrd="0" destOrd="11" presId="urn:microsoft.com/office/officeart/2005/8/layout/vList2"/>
    <dgm:cxn modelId="{44D46E99-4DF9-334C-8DD0-1C32FB229583}" srcId="{38A586A2-CE85-4845-88D0-5ADC98F9BDBC}" destId="{046D6741-197B-8846-9D5F-C14A93DCD3D9}" srcOrd="5" destOrd="0" parTransId="{174F49F4-AB84-074E-BFCF-DB1EE8A4D920}" sibTransId="{7D768DC2-CE32-0140-87BC-18BB4D8FD1E1}"/>
    <dgm:cxn modelId="{0DD651A4-D439-DB44-8F87-B824437CF9D8}" type="presOf" srcId="{C4C46BE8-5118-4A4E-A381-9FB2A7E05D10}" destId="{1FB71ED8-EA74-2841-B8E1-9CDB90D89710}" srcOrd="0" destOrd="8" presId="urn:microsoft.com/office/officeart/2005/8/layout/vList2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511DE6D3-127B-A042-89F5-B063B3424ED8}" type="presOf" srcId="{F4BA6F3F-AE23-4946-990B-5EF81A895233}" destId="{1FB71ED8-EA74-2841-B8E1-9CDB90D89710}" srcOrd="0" destOrd="6" presId="urn:microsoft.com/office/officeart/2005/8/layout/vList2"/>
    <dgm:cxn modelId="{FF38D9D5-6078-DA48-BEBA-635C0652CC68}" type="presOf" srcId="{A05A6991-CC2B-C64B-9928-7EB382A94E3E}" destId="{1FB71ED8-EA74-2841-B8E1-9CDB90D89710}" srcOrd="0" destOrd="5" presId="urn:microsoft.com/office/officeart/2005/8/layout/vList2"/>
    <dgm:cxn modelId="{166D72D6-035C-BF40-AAF3-B37244CF0B7C}" type="presOf" srcId="{03D926EA-1135-DE49-8B8A-C45FFA41FD53}" destId="{1FB71ED8-EA74-2841-B8E1-9CDB90D89710}" srcOrd="0" destOrd="7" presId="urn:microsoft.com/office/officeart/2005/8/layout/vList2"/>
    <dgm:cxn modelId="{13287DEE-9AD9-824E-9B28-F4476BBABD3B}" srcId="{C915A7A0-694B-694A-A22D-FFC3FFB82638}" destId="{2D1C086C-197F-4F40-848C-AB1AE36CCEF9}" srcOrd="0" destOrd="0" parTransId="{6FE59A72-D221-9143-9E3B-3DD12B1C3427}" sibTransId="{A70DBE87-F54D-C449-94AC-93F0746DDEA2}"/>
    <dgm:cxn modelId="{ED78D3F0-695F-F94C-9D27-35497C694FFB}" srcId="{38A586A2-CE85-4845-88D0-5ADC98F9BDBC}" destId="{F4BA6F3F-AE23-4946-990B-5EF81A895233}" srcOrd="3" destOrd="0" parTransId="{CEAC6B7D-7A01-9545-9F26-BF5AF6DC10C9}" sibTransId="{037DA9C4-80D0-7D4B-BB33-A4C764706E53}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153534F1-1F95-874F-A0AF-904D971877A6}" type="presOf" srcId="{05515C24-9CB4-1544-98EB-53B46A552D51}" destId="{1FB71ED8-EA74-2841-B8E1-9CDB90D89710}" srcOrd="0" destOrd="1" presId="urn:microsoft.com/office/officeart/2005/8/layout/vList2"/>
    <dgm:cxn modelId="{FC03B8F8-1165-0549-A94E-ABF52FA6A8B7}" srcId="{F4BA6F3F-AE23-4946-990B-5EF81A895233}" destId="{03D926EA-1135-DE49-8B8A-C45FFA41FD53}" srcOrd="0" destOrd="0" parTransId="{99EBA36D-AC59-D94B-BDC1-7AF9F399CA07}" sibTransId="{7C843B47-1C2F-3045-B75D-165EF138D7CF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Functions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Defining and calling functions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F57640F7-83AB-C04B-94E5-A01540A7F60B}">
      <dgm:prSet phldrT="[Text]"/>
      <dgm:spPr/>
      <dgm:t>
        <a:bodyPr/>
        <a:lstStyle/>
        <a:p>
          <a:r>
            <a:rPr lang="en-US" dirty="0"/>
            <a:t>Parameters and return values</a:t>
          </a:r>
        </a:p>
      </dgm:t>
    </dgm:pt>
    <dgm:pt modelId="{93B58DFE-B59D-BB42-9D63-6A4E8080A979}" type="parTrans" cxnId="{ADE3CD7B-BA53-1441-9B21-1C989A4D29A8}">
      <dgm:prSet/>
      <dgm:spPr/>
      <dgm:t>
        <a:bodyPr/>
        <a:lstStyle/>
        <a:p>
          <a:endParaRPr lang="en-US"/>
        </a:p>
      </dgm:t>
    </dgm:pt>
    <dgm:pt modelId="{E8043268-FF17-CF4D-93AA-7C873908500A}" type="sibTrans" cxnId="{ADE3CD7B-BA53-1441-9B21-1C989A4D29A8}">
      <dgm:prSet/>
      <dgm:spPr/>
      <dgm:t>
        <a:bodyPr/>
        <a:lstStyle/>
        <a:p>
          <a:endParaRPr lang="en-US"/>
        </a:p>
      </dgm:t>
    </dgm:pt>
    <dgm:pt modelId="{F8408FFB-3160-3148-917B-1FBE0BAF2A16}">
      <dgm:prSet phldrT="[Text]"/>
      <dgm:spPr/>
      <dgm:t>
        <a:bodyPr/>
        <a:lstStyle/>
        <a:p>
          <a:r>
            <a:rPr lang="en-US" dirty="0"/>
            <a:t>Default and keyword arguments</a:t>
          </a:r>
        </a:p>
      </dgm:t>
    </dgm:pt>
    <dgm:pt modelId="{6E3CAD0C-CEC2-BA47-B825-34248F0380C2}" type="parTrans" cxnId="{27DF0070-AD07-F941-AF19-DF2858AEE5ED}">
      <dgm:prSet/>
      <dgm:spPr/>
      <dgm:t>
        <a:bodyPr/>
        <a:lstStyle/>
        <a:p>
          <a:endParaRPr lang="en-US"/>
        </a:p>
      </dgm:t>
    </dgm:pt>
    <dgm:pt modelId="{076E8A9C-69F5-AD4A-8E4A-EECCCDBC6E35}" type="sibTrans" cxnId="{27DF0070-AD07-F941-AF19-DF2858AEE5ED}">
      <dgm:prSet/>
      <dgm:spPr/>
      <dgm:t>
        <a:bodyPr/>
        <a:lstStyle/>
        <a:p>
          <a:endParaRPr lang="en-US"/>
        </a:p>
      </dgm:t>
    </dgm:pt>
    <dgm:pt modelId="{40C23700-0B31-AE41-9A86-775D66B2E466}">
      <dgm:prSet phldrT="[Text]"/>
      <dgm:spPr/>
      <dgm:t>
        <a:bodyPr/>
        <a:lstStyle/>
        <a:p>
          <a:r>
            <a:rPr lang="en-US" dirty="0"/>
            <a:t>Scope: local vs global variables</a:t>
          </a:r>
        </a:p>
      </dgm:t>
    </dgm:pt>
    <dgm:pt modelId="{BD775155-476D-CA4F-9769-DDFE629966E0}" type="parTrans" cxnId="{2B238A56-97AD-944B-A721-E59C1660CA91}">
      <dgm:prSet/>
      <dgm:spPr/>
      <dgm:t>
        <a:bodyPr/>
        <a:lstStyle/>
        <a:p>
          <a:endParaRPr lang="en-US"/>
        </a:p>
      </dgm:t>
    </dgm:pt>
    <dgm:pt modelId="{9E6907EA-B76B-0546-A26B-83DB1A90A5C9}" type="sibTrans" cxnId="{2B238A56-97AD-944B-A721-E59C1660CA91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449B504-1E8F-F347-910E-B59AF2E392F4}" type="presOf" srcId="{F57640F7-83AB-C04B-94E5-A01540A7F60B}" destId="{1FB71ED8-EA74-2841-B8E1-9CDB90D89710}" srcOrd="0" destOrd="1" presId="urn:microsoft.com/office/officeart/2005/8/layout/vList2"/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2B238A56-97AD-944B-A721-E59C1660CA91}" srcId="{38A586A2-CE85-4845-88D0-5ADC98F9BDBC}" destId="{40C23700-0B31-AE41-9A86-775D66B2E466}" srcOrd="3" destOrd="0" parTransId="{BD775155-476D-CA4F-9769-DDFE629966E0}" sibTransId="{9E6907EA-B76B-0546-A26B-83DB1A90A5C9}"/>
    <dgm:cxn modelId="{E1F0355B-BC20-C342-B4A4-7A4EA6774E50}" type="presOf" srcId="{40C23700-0B31-AE41-9A86-775D66B2E466}" destId="{1FB71ED8-EA74-2841-B8E1-9CDB90D89710}" srcOrd="0" destOrd="3" presId="urn:microsoft.com/office/officeart/2005/8/layout/vList2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27DF0070-AD07-F941-AF19-DF2858AEE5ED}" srcId="{38A586A2-CE85-4845-88D0-5ADC98F9BDBC}" destId="{F8408FFB-3160-3148-917B-1FBE0BAF2A16}" srcOrd="2" destOrd="0" parTransId="{6E3CAD0C-CEC2-BA47-B825-34248F0380C2}" sibTransId="{076E8A9C-69F5-AD4A-8E4A-EECCCDBC6E35}"/>
    <dgm:cxn modelId="{ADE3CD7B-BA53-1441-9B21-1C989A4D29A8}" srcId="{38A586A2-CE85-4845-88D0-5ADC98F9BDBC}" destId="{F57640F7-83AB-C04B-94E5-A01540A7F60B}" srcOrd="1" destOrd="0" parTransId="{93B58DFE-B59D-BB42-9D63-6A4E8080A979}" sibTransId="{E8043268-FF17-CF4D-93AA-7C873908500A}"/>
    <dgm:cxn modelId="{333B9D7C-B3C4-9A47-AD30-BFF327A52C55}" type="presOf" srcId="{F8408FFB-3160-3148-917B-1FBE0BAF2A16}" destId="{1FB71ED8-EA74-2841-B8E1-9CDB90D89710}" srcOrd="0" destOrd="2" presId="urn:microsoft.com/office/officeart/2005/8/layout/vList2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Intro to Object-Oriented Programming (OOP)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Classes and objects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355ECDC0-B849-334D-8462-88D166AF4CF2}">
      <dgm:prSet phldrT="[Text]"/>
      <dgm:spPr/>
      <dgm:t>
        <a:bodyPr/>
        <a:lstStyle/>
        <a:p>
          <a:endParaRPr lang="en-US" dirty="0"/>
        </a:p>
      </dgm:t>
    </dgm:pt>
    <dgm:pt modelId="{92D09341-2385-5843-834F-ABD19EF8ECDA}" type="parTrans" cxnId="{DD8F871A-5504-9E45-875A-C5DA88B62492}">
      <dgm:prSet/>
      <dgm:spPr/>
      <dgm:t>
        <a:bodyPr/>
        <a:lstStyle/>
        <a:p>
          <a:endParaRPr lang="en-US"/>
        </a:p>
      </dgm:t>
    </dgm:pt>
    <dgm:pt modelId="{4A2F58CD-DFD3-FE41-9ED9-E2EB93A68DCD}" type="sibTrans" cxnId="{DD8F871A-5504-9E45-875A-C5DA88B62492}">
      <dgm:prSet/>
      <dgm:spPr/>
      <dgm:t>
        <a:bodyPr/>
        <a:lstStyle/>
        <a:p>
          <a:endParaRPr lang="en-US"/>
        </a:p>
      </dgm:t>
    </dgm:pt>
    <dgm:pt modelId="{046D6741-197B-8846-9D5F-C14A93DCD3D9}">
      <dgm:prSet phldrT="[Text]"/>
      <dgm:spPr/>
      <dgm:t>
        <a:bodyPr/>
        <a:lstStyle/>
        <a:p>
          <a:endParaRPr lang="en-US" dirty="0"/>
        </a:p>
      </dgm:t>
    </dgm:pt>
    <dgm:pt modelId="{174F49F4-AB84-074E-BFCF-DB1EE8A4D920}" type="parTrans" cxnId="{44D46E99-4DF9-334C-8DD0-1C32FB229583}">
      <dgm:prSet/>
      <dgm:spPr/>
      <dgm:t>
        <a:bodyPr/>
        <a:lstStyle/>
        <a:p>
          <a:endParaRPr lang="en-US"/>
        </a:p>
      </dgm:t>
    </dgm:pt>
    <dgm:pt modelId="{7D768DC2-CE32-0140-87BC-18BB4D8FD1E1}" type="sibTrans" cxnId="{44D46E99-4DF9-334C-8DD0-1C32FB229583}">
      <dgm:prSet/>
      <dgm:spPr/>
      <dgm:t>
        <a:bodyPr/>
        <a:lstStyle/>
        <a:p>
          <a:endParaRPr lang="en-US"/>
        </a:p>
      </dgm:t>
    </dgm:pt>
    <dgm:pt modelId="{71EA0C53-BEDE-A744-B0B9-2CA76390DB22}">
      <dgm:prSet phldrT="[Text]"/>
      <dgm:spPr/>
      <dgm:t>
        <a:bodyPr/>
        <a:lstStyle/>
        <a:p>
          <a:r>
            <a:rPr lang="en-US" dirty="0"/>
            <a:t>__</a:t>
          </a:r>
          <a:r>
            <a:rPr lang="en-US" dirty="0" err="1"/>
            <a:t>init</a:t>
          </a:r>
          <a:r>
            <a:rPr lang="en-US" dirty="0"/>
            <a:t>__() constructor</a:t>
          </a:r>
        </a:p>
      </dgm:t>
    </dgm:pt>
    <dgm:pt modelId="{79296E64-72A4-0B49-8CC7-24BA986CE893}" type="parTrans" cxnId="{32FECE30-C306-D344-8B6E-28E6660BFA58}">
      <dgm:prSet/>
      <dgm:spPr/>
      <dgm:t>
        <a:bodyPr/>
        <a:lstStyle/>
        <a:p>
          <a:endParaRPr lang="en-US"/>
        </a:p>
      </dgm:t>
    </dgm:pt>
    <dgm:pt modelId="{B1A8B16A-7B09-C046-85C9-A8F0BB9803F5}" type="sibTrans" cxnId="{32FECE30-C306-D344-8B6E-28E6660BFA58}">
      <dgm:prSet/>
      <dgm:spPr/>
      <dgm:t>
        <a:bodyPr/>
        <a:lstStyle/>
        <a:p>
          <a:endParaRPr lang="en-US"/>
        </a:p>
      </dgm:t>
    </dgm:pt>
    <dgm:pt modelId="{743E004E-5071-2246-95C6-083758C863D5}">
      <dgm:prSet phldrT="[Text]"/>
      <dgm:spPr/>
      <dgm:t>
        <a:bodyPr/>
        <a:lstStyle/>
        <a:p>
          <a:r>
            <a:rPr lang="en-US" dirty="0"/>
            <a:t>Instance attributes and methods</a:t>
          </a:r>
        </a:p>
      </dgm:t>
    </dgm:pt>
    <dgm:pt modelId="{66D27599-5B3C-5646-87DA-9A5E85573CCB}" type="parTrans" cxnId="{E5AF3CA2-F877-B740-A20F-86D04AB958A4}">
      <dgm:prSet/>
      <dgm:spPr/>
      <dgm:t>
        <a:bodyPr/>
        <a:lstStyle/>
        <a:p>
          <a:endParaRPr lang="en-US"/>
        </a:p>
      </dgm:t>
    </dgm:pt>
    <dgm:pt modelId="{27C395B1-3684-2142-99F6-0242D86836E0}" type="sibTrans" cxnId="{E5AF3CA2-F877-B740-A20F-86D04AB958A4}">
      <dgm:prSet/>
      <dgm:spPr/>
      <dgm:t>
        <a:bodyPr/>
        <a:lstStyle/>
        <a:p>
          <a:endParaRPr lang="en-US"/>
        </a:p>
      </dgm:t>
    </dgm:pt>
    <dgm:pt modelId="{CC91F7B4-5FC5-5742-B074-633B9F4D0ED6}">
      <dgm:prSet phldrT="[Text]"/>
      <dgm:spPr/>
      <dgm:t>
        <a:bodyPr/>
        <a:lstStyle/>
        <a:p>
          <a:r>
            <a:rPr lang="en-US" dirty="0"/>
            <a:t>Simple class-based projects</a:t>
          </a:r>
        </a:p>
      </dgm:t>
    </dgm:pt>
    <dgm:pt modelId="{4874E637-9663-E846-B47D-C869A16ACC12}" type="parTrans" cxnId="{7219BD04-C4CD-E947-A66F-631B767A0B78}">
      <dgm:prSet/>
      <dgm:spPr/>
      <dgm:t>
        <a:bodyPr/>
        <a:lstStyle/>
        <a:p>
          <a:endParaRPr lang="en-US"/>
        </a:p>
      </dgm:t>
    </dgm:pt>
    <dgm:pt modelId="{A02E40EB-9DA2-FF4E-9385-4411E7AD25A2}" type="sibTrans" cxnId="{7219BD04-C4CD-E947-A66F-631B767A0B78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219BD04-C4CD-E947-A66F-631B767A0B78}" srcId="{38A586A2-CE85-4845-88D0-5ADC98F9BDBC}" destId="{CC91F7B4-5FC5-5742-B074-633B9F4D0ED6}" srcOrd="3" destOrd="0" parTransId="{4874E637-9663-E846-B47D-C869A16ACC12}" sibTransId="{A02E40EB-9DA2-FF4E-9385-4411E7AD25A2}"/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DD8F871A-5504-9E45-875A-C5DA88B62492}" srcId="{38A586A2-CE85-4845-88D0-5ADC98F9BDBC}" destId="{355ECDC0-B849-334D-8462-88D166AF4CF2}" srcOrd="5" destOrd="0" parTransId="{92D09341-2385-5843-834F-ABD19EF8ECDA}" sibTransId="{4A2F58CD-DFD3-FE41-9ED9-E2EB93A68DCD}"/>
    <dgm:cxn modelId="{32FECE30-C306-D344-8B6E-28E6660BFA58}" srcId="{38A586A2-CE85-4845-88D0-5ADC98F9BDBC}" destId="{71EA0C53-BEDE-A744-B0B9-2CA76390DB22}" srcOrd="1" destOrd="0" parTransId="{79296E64-72A4-0B49-8CC7-24BA986CE893}" sibTransId="{B1A8B16A-7B09-C046-85C9-A8F0BB9803F5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80796982-A32C-EB40-8D19-95F1AC5315AA}" type="presOf" srcId="{71EA0C53-BEDE-A744-B0B9-2CA76390DB22}" destId="{1FB71ED8-EA74-2841-B8E1-9CDB90D89710}" srcOrd="0" destOrd="1" presId="urn:microsoft.com/office/officeart/2005/8/layout/vList2"/>
    <dgm:cxn modelId="{8FA39586-A253-A24C-8D17-5510D41C7C61}" type="presOf" srcId="{046D6741-197B-8846-9D5F-C14A93DCD3D9}" destId="{1FB71ED8-EA74-2841-B8E1-9CDB90D89710}" srcOrd="0" destOrd="4" presId="urn:microsoft.com/office/officeart/2005/8/layout/vList2"/>
    <dgm:cxn modelId="{DBB34C95-6367-DE4D-B222-45ED601EDAB2}" type="presOf" srcId="{355ECDC0-B849-334D-8462-88D166AF4CF2}" destId="{1FB71ED8-EA74-2841-B8E1-9CDB90D89710}" srcOrd="0" destOrd="5" presId="urn:microsoft.com/office/officeart/2005/8/layout/vList2"/>
    <dgm:cxn modelId="{44D46E99-4DF9-334C-8DD0-1C32FB229583}" srcId="{38A586A2-CE85-4845-88D0-5ADC98F9BDBC}" destId="{046D6741-197B-8846-9D5F-C14A93DCD3D9}" srcOrd="4" destOrd="0" parTransId="{174F49F4-AB84-074E-BFCF-DB1EE8A4D920}" sibTransId="{7D768DC2-CE32-0140-87BC-18BB4D8FD1E1}"/>
    <dgm:cxn modelId="{E5AF3CA2-F877-B740-A20F-86D04AB958A4}" srcId="{38A586A2-CE85-4845-88D0-5ADC98F9BDBC}" destId="{743E004E-5071-2246-95C6-083758C863D5}" srcOrd="2" destOrd="0" parTransId="{66D27599-5B3C-5646-87DA-9A5E85573CCB}" sibTransId="{27C395B1-3684-2142-99F6-0242D86836E0}"/>
    <dgm:cxn modelId="{BD9CA3A3-3EC4-904D-A61B-90EAD99DC7B7}" type="presOf" srcId="{CC91F7B4-5FC5-5742-B074-633B9F4D0ED6}" destId="{1FB71ED8-EA74-2841-B8E1-9CDB90D89710}" srcOrd="0" destOrd="3" presId="urn:microsoft.com/office/officeart/2005/8/layout/vList2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302276E9-60E0-3147-B104-DF34E4EA1B4A}" type="presOf" srcId="{743E004E-5071-2246-95C6-083758C863D5}" destId="{1FB71ED8-EA74-2841-B8E1-9CDB90D89710}" srcOrd="0" destOrd="2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Exception Handling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try, except, finally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355ECDC0-B849-334D-8462-88D166AF4CF2}">
      <dgm:prSet phldrT="[Text]"/>
      <dgm:spPr/>
      <dgm:t>
        <a:bodyPr/>
        <a:lstStyle/>
        <a:p>
          <a:endParaRPr lang="en-US" dirty="0"/>
        </a:p>
      </dgm:t>
    </dgm:pt>
    <dgm:pt modelId="{92D09341-2385-5843-834F-ABD19EF8ECDA}" type="parTrans" cxnId="{DD8F871A-5504-9E45-875A-C5DA88B62492}">
      <dgm:prSet/>
      <dgm:spPr/>
      <dgm:t>
        <a:bodyPr/>
        <a:lstStyle/>
        <a:p>
          <a:endParaRPr lang="en-US"/>
        </a:p>
      </dgm:t>
    </dgm:pt>
    <dgm:pt modelId="{4A2F58CD-DFD3-FE41-9ED9-E2EB93A68DCD}" type="sibTrans" cxnId="{DD8F871A-5504-9E45-875A-C5DA88B62492}">
      <dgm:prSet/>
      <dgm:spPr/>
      <dgm:t>
        <a:bodyPr/>
        <a:lstStyle/>
        <a:p>
          <a:endParaRPr lang="en-US"/>
        </a:p>
      </dgm:t>
    </dgm:pt>
    <dgm:pt modelId="{046D6741-197B-8846-9D5F-C14A93DCD3D9}">
      <dgm:prSet phldrT="[Text]"/>
      <dgm:spPr/>
      <dgm:t>
        <a:bodyPr/>
        <a:lstStyle/>
        <a:p>
          <a:endParaRPr lang="en-US" dirty="0"/>
        </a:p>
      </dgm:t>
    </dgm:pt>
    <dgm:pt modelId="{174F49F4-AB84-074E-BFCF-DB1EE8A4D920}" type="parTrans" cxnId="{44D46E99-4DF9-334C-8DD0-1C32FB229583}">
      <dgm:prSet/>
      <dgm:spPr/>
      <dgm:t>
        <a:bodyPr/>
        <a:lstStyle/>
        <a:p>
          <a:endParaRPr lang="en-US"/>
        </a:p>
      </dgm:t>
    </dgm:pt>
    <dgm:pt modelId="{7D768DC2-CE32-0140-87BC-18BB4D8FD1E1}" type="sibTrans" cxnId="{44D46E99-4DF9-334C-8DD0-1C32FB229583}">
      <dgm:prSet/>
      <dgm:spPr/>
      <dgm:t>
        <a:bodyPr/>
        <a:lstStyle/>
        <a:p>
          <a:endParaRPr lang="en-US"/>
        </a:p>
      </dgm:t>
    </dgm:pt>
    <dgm:pt modelId="{433EB333-67DE-5440-BCFC-A0BE9557F383}">
      <dgm:prSet phldrT="[Text]"/>
      <dgm:spPr/>
      <dgm:t>
        <a:bodyPr/>
        <a:lstStyle/>
        <a:p>
          <a:r>
            <a:rPr lang="en-US" dirty="0"/>
            <a:t>Handling common exceptions (</a:t>
          </a:r>
          <a:r>
            <a:rPr lang="en-US" dirty="0" err="1"/>
            <a:t>ValueError</a:t>
          </a:r>
          <a:r>
            <a:rPr lang="en-US" dirty="0"/>
            <a:t>, </a:t>
          </a:r>
          <a:r>
            <a:rPr lang="en-US" dirty="0" err="1"/>
            <a:t>ZeroDivisionError</a:t>
          </a:r>
          <a:r>
            <a:rPr lang="en-US" dirty="0"/>
            <a:t>, </a:t>
          </a:r>
          <a:r>
            <a:rPr lang="en-US" dirty="0" err="1"/>
            <a:t>etc</a:t>
          </a:r>
          <a:r>
            <a:rPr lang="en-US" dirty="0"/>
            <a:t>)</a:t>
          </a:r>
        </a:p>
      </dgm:t>
    </dgm:pt>
    <dgm:pt modelId="{77C910D2-738E-004A-AB2C-D8F1A07DA315}" type="parTrans" cxnId="{0ECF6EF7-378C-104E-A96B-C0EE4F9A0F85}">
      <dgm:prSet/>
      <dgm:spPr/>
      <dgm:t>
        <a:bodyPr/>
        <a:lstStyle/>
        <a:p>
          <a:endParaRPr lang="en-US"/>
        </a:p>
      </dgm:t>
    </dgm:pt>
    <dgm:pt modelId="{7901384E-169D-D94E-99D9-732E9D385D08}" type="sibTrans" cxnId="{0ECF6EF7-378C-104E-A96B-C0EE4F9A0F85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DD8F871A-5504-9E45-875A-C5DA88B62492}" srcId="{38A586A2-CE85-4845-88D0-5ADC98F9BDBC}" destId="{355ECDC0-B849-334D-8462-88D166AF4CF2}" srcOrd="3" destOrd="0" parTransId="{92D09341-2385-5843-834F-ABD19EF8ECDA}" sibTransId="{4A2F58CD-DFD3-FE41-9ED9-E2EB93A68DCD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8FA39586-A253-A24C-8D17-5510D41C7C61}" type="presOf" srcId="{046D6741-197B-8846-9D5F-C14A93DCD3D9}" destId="{1FB71ED8-EA74-2841-B8E1-9CDB90D89710}" srcOrd="0" destOrd="2" presId="urn:microsoft.com/office/officeart/2005/8/layout/vList2"/>
    <dgm:cxn modelId="{DBB34C95-6367-DE4D-B222-45ED601EDAB2}" type="presOf" srcId="{355ECDC0-B849-334D-8462-88D166AF4CF2}" destId="{1FB71ED8-EA74-2841-B8E1-9CDB90D89710}" srcOrd="0" destOrd="3" presId="urn:microsoft.com/office/officeart/2005/8/layout/vList2"/>
    <dgm:cxn modelId="{44D46E99-4DF9-334C-8DD0-1C32FB229583}" srcId="{38A586A2-CE85-4845-88D0-5ADC98F9BDBC}" destId="{046D6741-197B-8846-9D5F-C14A93DCD3D9}" srcOrd="2" destOrd="0" parTransId="{174F49F4-AB84-074E-BFCF-DB1EE8A4D920}" sibTransId="{7D768DC2-CE32-0140-87BC-18BB4D8FD1E1}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2DEC21D0-FB05-2F4A-8E02-8146D9E697A9}" type="presOf" srcId="{433EB333-67DE-5440-BCFC-A0BE9557F383}" destId="{1FB71ED8-EA74-2841-B8E1-9CDB90D89710}" srcOrd="0" destOrd="1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0ECF6EF7-378C-104E-A96B-C0EE4F9A0F85}" srcId="{38A586A2-CE85-4845-88D0-5ADC98F9BDBC}" destId="{433EB333-67DE-5440-BCFC-A0BE9557F383}" srcOrd="1" destOrd="0" parTransId="{77C910D2-738E-004A-AB2C-D8F1A07DA315}" sibTransId="{7901384E-169D-D94E-99D9-732E9D385D08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File Handling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Reading from and writing to files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355ECDC0-B849-334D-8462-88D166AF4CF2}">
      <dgm:prSet phldrT="[Text]"/>
      <dgm:spPr/>
      <dgm:t>
        <a:bodyPr/>
        <a:lstStyle/>
        <a:p>
          <a:endParaRPr lang="en-US" dirty="0"/>
        </a:p>
      </dgm:t>
    </dgm:pt>
    <dgm:pt modelId="{92D09341-2385-5843-834F-ABD19EF8ECDA}" type="parTrans" cxnId="{DD8F871A-5504-9E45-875A-C5DA88B62492}">
      <dgm:prSet/>
      <dgm:spPr/>
      <dgm:t>
        <a:bodyPr/>
        <a:lstStyle/>
        <a:p>
          <a:endParaRPr lang="en-US"/>
        </a:p>
      </dgm:t>
    </dgm:pt>
    <dgm:pt modelId="{4A2F58CD-DFD3-FE41-9ED9-E2EB93A68DCD}" type="sibTrans" cxnId="{DD8F871A-5504-9E45-875A-C5DA88B62492}">
      <dgm:prSet/>
      <dgm:spPr/>
      <dgm:t>
        <a:bodyPr/>
        <a:lstStyle/>
        <a:p>
          <a:endParaRPr lang="en-US"/>
        </a:p>
      </dgm:t>
    </dgm:pt>
    <dgm:pt modelId="{046D6741-197B-8846-9D5F-C14A93DCD3D9}">
      <dgm:prSet phldrT="[Text]"/>
      <dgm:spPr/>
      <dgm:t>
        <a:bodyPr/>
        <a:lstStyle/>
        <a:p>
          <a:endParaRPr lang="en-US" dirty="0"/>
        </a:p>
      </dgm:t>
    </dgm:pt>
    <dgm:pt modelId="{174F49F4-AB84-074E-BFCF-DB1EE8A4D920}" type="parTrans" cxnId="{44D46E99-4DF9-334C-8DD0-1C32FB229583}">
      <dgm:prSet/>
      <dgm:spPr/>
      <dgm:t>
        <a:bodyPr/>
        <a:lstStyle/>
        <a:p>
          <a:endParaRPr lang="en-US"/>
        </a:p>
      </dgm:t>
    </dgm:pt>
    <dgm:pt modelId="{7D768DC2-CE32-0140-87BC-18BB4D8FD1E1}" type="sibTrans" cxnId="{44D46E99-4DF9-334C-8DD0-1C32FB229583}">
      <dgm:prSet/>
      <dgm:spPr/>
      <dgm:t>
        <a:bodyPr/>
        <a:lstStyle/>
        <a:p>
          <a:endParaRPr lang="en-US"/>
        </a:p>
      </dgm:t>
    </dgm:pt>
    <dgm:pt modelId="{D7A12D84-9ABE-5145-8E4A-0C98590C1554}">
      <dgm:prSet phldrT="[Text]"/>
      <dgm:spPr/>
      <dgm:t>
        <a:bodyPr/>
        <a:lstStyle/>
        <a:p>
          <a:r>
            <a:rPr lang="en-US" dirty="0"/>
            <a:t>with open(…) as f:</a:t>
          </a:r>
        </a:p>
      </dgm:t>
    </dgm:pt>
    <dgm:pt modelId="{5C6E84D2-7B33-804B-BCFD-EAFB53814528}" type="parTrans" cxnId="{4A3F3605-D441-BB40-9110-1E83BD22EBDE}">
      <dgm:prSet/>
      <dgm:spPr/>
    </dgm:pt>
    <dgm:pt modelId="{779843E3-C08C-E442-BC78-ADBDE0A4DC1F}" type="sibTrans" cxnId="{4A3F3605-D441-BB40-9110-1E83BD22EBDE}">
      <dgm:prSet/>
      <dgm:spPr/>
    </dgm:pt>
    <dgm:pt modelId="{5DED3EB8-B890-FF43-9676-F943A4317EDC}">
      <dgm:prSet phldrT="[Text]"/>
      <dgm:spPr/>
      <dgm:t>
        <a:bodyPr/>
        <a:lstStyle/>
        <a:p>
          <a:r>
            <a:rPr lang="en-US" dirty="0"/>
            <a:t>File modes: ‘r’, ‘w’, ‘a’, ‘r+’</a:t>
          </a:r>
        </a:p>
      </dgm:t>
    </dgm:pt>
    <dgm:pt modelId="{68DD815B-0662-434D-9E60-93466470BDC6}" type="parTrans" cxnId="{E7BAD6D0-5508-0C4E-9313-05D0C1C8ED7E}">
      <dgm:prSet/>
      <dgm:spPr/>
    </dgm:pt>
    <dgm:pt modelId="{277EF15B-BB11-B24A-8213-9DCB366A629D}" type="sibTrans" cxnId="{E7BAD6D0-5508-0C4E-9313-05D0C1C8ED7E}">
      <dgm:prSet/>
      <dgm:spPr/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A3F3605-D441-BB40-9110-1E83BD22EBDE}" srcId="{38A586A2-CE85-4845-88D0-5ADC98F9BDBC}" destId="{D7A12D84-9ABE-5145-8E4A-0C98590C1554}" srcOrd="1" destOrd="0" parTransId="{5C6E84D2-7B33-804B-BCFD-EAFB53814528}" sibTransId="{779843E3-C08C-E442-BC78-ADBDE0A4DC1F}"/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DD8F871A-5504-9E45-875A-C5DA88B62492}" srcId="{38A586A2-CE85-4845-88D0-5ADC98F9BDBC}" destId="{355ECDC0-B849-334D-8462-88D166AF4CF2}" srcOrd="4" destOrd="0" parTransId="{92D09341-2385-5843-834F-ABD19EF8ECDA}" sibTransId="{4A2F58CD-DFD3-FE41-9ED9-E2EB93A68DCD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39DE5768-D8B9-364D-9D74-30D7429E1E7B}" type="presOf" srcId="{D7A12D84-9ABE-5145-8E4A-0C98590C1554}" destId="{1FB71ED8-EA74-2841-B8E1-9CDB90D89710}" srcOrd="0" destOrd="1" presId="urn:microsoft.com/office/officeart/2005/8/layout/vList2"/>
    <dgm:cxn modelId="{8FA39586-A253-A24C-8D17-5510D41C7C61}" type="presOf" srcId="{046D6741-197B-8846-9D5F-C14A93DCD3D9}" destId="{1FB71ED8-EA74-2841-B8E1-9CDB90D89710}" srcOrd="0" destOrd="3" presId="urn:microsoft.com/office/officeart/2005/8/layout/vList2"/>
    <dgm:cxn modelId="{DBB34C95-6367-DE4D-B222-45ED601EDAB2}" type="presOf" srcId="{355ECDC0-B849-334D-8462-88D166AF4CF2}" destId="{1FB71ED8-EA74-2841-B8E1-9CDB90D89710}" srcOrd="0" destOrd="4" presId="urn:microsoft.com/office/officeart/2005/8/layout/vList2"/>
    <dgm:cxn modelId="{44D46E99-4DF9-334C-8DD0-1C32FB229583}" srcId="{38A586A2-CE85-4845-88D0-5ADC98F9BDBC}" destId="{046D6741-197B-8846-9D5F-C14A93DCD3D9}" srcOrd="3" destOrd="0" parTransId="{174F49F4-AB84-074E-BFCF-DB1EE8A4D920}" sibTransId="{7D768DC2-CE32-0140-87BC-18BB4D8FD1E1}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6E9C5BCD-ADB3-6841-B0C4-53A68CA2FF6B}" type="presOf" srcId="{5DED3EB8-B890-FF43-9676-F943A4317EDC}" destId="{1FB71ED8-EA74-2841-B8E1-9CDB90D89710}" srcOrd="0" destOrd="2" presId="urn:microsoft.com/office/officeart/2005/8/layout/vList2"/>
    <dgm:cxn modelId="{E7BAD6D0-5508-0C4E-9313-05D0C1C8ED7E}" srcId="{38A586A2-CE85-4845-88D0-5ADC98F9BDBC}" destId="{5DED3EB8-B890-FF43-9676-F943A4317EDC}" srcOrd="2" destOrd="0" parTransId="{68DD815B-0662-434D-9E60-93466470BDC6}" sibTransId="{277EF15B-BB11-B24A-8213-9DCB366A629D}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Python with Backend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Use Python Flask as Example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355ECDC0-B849-334D-8462-88D166AF4CF2}">
      <dgm:prSet phldrT="[Text]"/>
      <dgm:spPr/>
      <dgm:t>
        <a:bodyPr/>
        <a:lstStyle/>
        <a:p>
          <a:endParaRPr lang="en-US" dirty="0"/>
        </a:p>
      </dgm:t>
    </dgm:pt>
    <dgm:pt modelId="{92D09341-2385-5843-834F-ABD19EF8ECDA}" type="parTrans" cxnId="{DD8F871A-5504-9E45-875A-C5DA88B62492}">
      <dgm:prSet/>
      <dgm:spPr/>
      <dgm:t>
        <a:bodyPr/>
        <a:lstStyle/>
        <a:p>
          <a:endParaRPr lang="en-US"/>
        </a:p>
      </dgm:t>
    </dgm:pt>
    <dgm:pt modelId="{4A2F58CD-DFD3-FE41-9ED9-E2EB93A68DCD}" type="sibTrans" cxnId="{DD8F871A-5504-9E45-875A-C5DA88B62492}">
      <dgm:prSet/>
      <dgm:spPr/>
      <dgm:t>
        <a:bodyPr/>
        <a:lstStyle/>
        <a:p>
          <a:endParaRPr lang="en-US"/>
        </a:p>
      </dgm:t>
    </dgm:pt>
    <dgm:pt modelId="{046D6741-197B-8846-9D5F-C14A93DCD3D9}">
      <dgm:prSet phldrT="[Text]"/>
      <dgm:spPr/>
      <dgm:t>
        <a:bodyPr/>
        <a:lstStyle/>
        <a:p>
          <a:endParaRPr lang="en-US" dirty="0"/>
        </a:p>
      </dgm:t>
    </dgm:pt>
    <dgm:pt modelId="{174F49F4-AB84-074E-BFCF-DB1EE8A4D920}" type="parTrans" cxnId="{44D46E99-4DF9-334C-8DD0-1C32FB229583}">
      <dgm:prSet/>
      <dgm:spPr/>
      <dgm:t>
        <a:bodyPr/>
        <a:lstStyle/>
        <a:p>
          <a:endParaRPr lang="en-US"/>
        </a:p>
      </dgm:t>
    </dgm:pt>
    <dgm:pt modelId="{7D768DC2-CE32-0140-87BC-18BB4D8FD1E1}" type="sibTrans" cxnId="{44D46E99-4DF9-334C-8DD0-1C32FB229583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DD8F871A-5504-9E45-875A-C5DA88B62492}" srcId="{38A586A2-CE85-4845-88D0-5ADC98F9BDBC}" destId="{355ECDC0-B849-334D-8462-88D166AF4CF2}" srcOrd="2" destOrd="0" parTransId="{92D09341-2385-5843-834F-ABD19EF8ECDA}" sibTransId="{4A2F58CD-DFD3-FE41-9ED9-E2EB93A68DCD}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8FA39586-A253-A24C-8D17-5510D41C7C61}" type="presOf" srcId="{046D6741-197B-8846-9D5F-C14A93DCD3D9}" destId="{1FB71ED8-EA74-2841-B8E1-9CDB90D89710}" srcOrd="0" destOrd="1" presId="urn:microsoft.com/office/officeart/2005/8/layout/vList2"/>
    <dgm:cxn modelId="{DBB34C95-6367-DE4D-B222-45ED601EDAB2}" type="presOf" srcId="{355ECDC0-B849-334D-8462-88D166AF4CF2}" destId="{1FB71ED8-EA74-2841-B8E1-9CDB90D89710}" srcOrd="0" destOrd="2" presId="urn:microsoft.com/office/officeart/2005/8/layout/vList2"/>
    <dgm:cxn modelId="{44D46E99-4DF9-334C-8DD0-1C32FB229583}" srcId="{38A586A2-CE85-4845-88D0-5ADC98F9BDBC}" destId="{046D6741-197B-8846-9D5F-C14A93DCD3D9}" srcOrd="1" destOrd="0" parTransId="{174F49F4-AB84-074E-BFCF-DB1EE8A4D920}" sibTransId="{7D768DC2-CE32-0140-87BC-18BB4D8FD1E1}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B586FE8-8304-144B-BFBC-5D35B0A46F36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A586A2-CE85-4845-88D0-5ADC98F9BDBC}">
      <dgm:prSet phldrT="[Text]"/>
      <dgm:spPr/>
      <dgm:t>
        <a:bodyPr/>
        <a:lstStyle/>
        <a:p>
          <a:r>
            <a:rPr lang="en-US" dirty="0"/>
            <a:t>After Beginner</a:t>
          </a:r>
        </a:p>
      </dgm:t>
    </dgm:pt>
    <dgm:pt modelId="{71964F5A-449B-9447-AD42-99D67A51A592}" type="parTrans" cxnId="{50AF204D-E3A3-8449-9639-2310E06C4E2B}">
      <dgm:prSet/>
      <dgm:spPr/>
      <dgm:t>
        <a:bodyPr/>
        <a:lstStyle/>
        <a:p>
          <a:endParaRPr lang="en-US"/>
        </a:p>
      </dgm:t>
    </dgm:pt>
    <dgm:pt modelId="{A0CFD86C-04E0-A74E-9278-6767577FEA5D}" type="sibTrans" cxnId="{50AF204D-E3A3-8449-9639-2310E06C4E2B}">
      <dgm:prSet/>
      <dgm:spPr/>
      <dgm:t>
        <a:bodyPr/>
        <a:lstStyle/>
        <a:p>
          <a:endParaRPr lang="en-US"/>
        </a:p>
      </dgm:t>
    </dgm:pt>
    <dgm:pt modelId="{FC67FD9F-6D9D-FD4C-8E86-0C9127BEFF31}">
      <dgm:prSet phldrT="[Text]"/>
      <dgm:spPr/>
      <dgm:t>
        <a:bodyPr/>
        <a:lstStyle/>
        <a:p>
          <a:r>
            <a:rPr lang="en-US" dirty="0"/>
            <a:t>Data visualization with matplotlib</a:t>
          </a:r>
        </a:p>
      </dgm:t>
    </dgm:pt>
    <dgm:pt modelId="{82B81962-A090-5A47-8E46-51A34906321D}" type="parTrans" cxnId="{EABAF3F0-43FA-7349-AE73-40E334AE3B68}">
      <dgm:prSet/>
      <dgm:spPr/>
      <dgm:t>
        <a:bodyPr/>
        <a:lstStyle/>
        <a:p>
          <a:endParaRPr lang="en-US"/>
        </a:p>
      </dgm:t>
    </dgm:pt>
    <dgm:pt modelId="{E8AA32D4-3175-E34C-AA1F-DFE9FEC5E23E}" type="sibTrans" cxnId="{EABAF3F0-43FA-7349-AE73-40E334AE3B68}">
      <dgm:prSet/>
      <dgm:spPr/>
      <dgm:t>
        <a:bodyPr/>
        <a:lstStyle/>
        <a:p>
          <a:endParaRPr lang="en-US"/>
        </a:p>
      </dgm:t>
    </dgm:pt>
    <dgm:pt modelId="{355ECDC0-B849-334D-8462-88D166AF4CF2}">
      <dgm:prSet phldrT="[Text]"/>
      <dgm:spPr/>
      <dgm:t>
        <a:bodyPr/>
        <a:lstStyle/>
        <a:p>
          <a:endParaRPr lang="en-US" dirty="0"/>
        </a:p>
      </dgm:t>
    </dgm:pt>
    <dgm:pt modelId="{92D09341-2385-5843-834F-ABD19EF8ECDA}" type="parTrans" cxnId="{DD8F871A-5504-9E45-875A-C5DA88B62492}">
      <dgm:prSet/>
      <dgm:spPr/>
      <dgm:t>
        <a:bodyPr/>
        <a:lstStyle/>
        <a:p>
          <a:endParaRPr lang="en-US"/>
        </a:p>
      </dgm:t>
    </dgm:pt>
    <dgm:pt modelId="{4A2F58CD-DFD3-FE41-9ED9-E2EB93A68DCD}" type="sibTrans" cxnId="{DD8F871A-5504-9E45-875A-C5DA88B62492}">
      <dgm:prSet/>
      <dgm:spPr/>
      <dgm:t>
        <a:bodyPr/>
        <a:lstStyle/>
        <a:p>
          <a:endParaRPr lang="en-US"/>
        </a:p>
      </dgm:t>
    </dgm:pt>
    <dgm:pt modelId="{046D6741-197B-8846-9D5F-C14A93DCD3D9}">
      <dgm:prSet phldrT="[Text]"/>
      <dgm:spPr/>
      <dgm:t>
        <a:bodyPr/>
        <a:lstStyle/>
        <a:p>
          <a:endParaRPr lang="en-US" dirty="0"/>
        </a:p>
      </dgm:t>
    </dgm:pt>
    <dgm:pt modelId="{174F49F4-AB84-074E-BFCF-DB1EE8A4D920}" type="parTrans" cxnId="{44D46E99-4DF9-334C-8DD0-1C32FB229583}">
      <dgm:prSet/>
      <dgm:spPr/>
      <dgm:t>
        <a:bodyPr/>
        <a:lstStyle/>
        <a:p>
          <a:endParaRPr lang="en-US"/>
        </a:p>
      </dgm:t>
    </dgm:pt>
    <dgm:pt modelId="{7D768DC2-CE32-0140-87BC-18BB4D8FD1E1}" type="sibTrans" cxnId="{44D46E99-4DF9-334C-8DD0-1C32FB229583}">
      <dgm:prSet/>
      <dgm:spPr/>
      <dgm:t>
        <a:bodyPr/>
        <a:lstStyle/>
        <a:p>
          <a:endParaRPr lang="en-US"/>
        </a:p>
      </dgm:t>
    </dgm:pt>
    <dgm:pt modelId="{A3BF6B28-E9BA-754B-A5C4-38D2C1FD3E7E}">
      <dgm:prSet phldrT="[Text]"/>
      <dgm:spPr/>
      <dgm:t>
        <a:bodyPr/>
        <a:lstStyle/>
        <a:p>
          <a:r>
            <a:rPr lang="en-US" dirty="0"/>
            <a:t>Working with APIs (requests)</a:t>
          </a:r>
        </a:p>
      </dgm:t>
    </dgm:pt>
    <dgm:pt modelId="{C9549D1D-7964-4A46-B079-8ECE449C0972}" type="parTrans" cxnId="{56E56B9D-291A-7747-A99E-A67B3DFD6E5B}">
      <dgm:prSet/>
      <dgm:spPr/>
      <dgm:t>
        <a:bodyPr/>
        <a:lstStyle/>
        <a:p>
          <a:endParaRPr lang="en-US"/>
        </a:p>
      </dgm:t>
    </dgm:pt>
    <dgm:pt modelId="{43B39851-AA65-6B40-B9EB-740A6911D962}" type="sibTrans" cxnId="{56E56B9D-291A-7747-A99E-A67B3DFD6E5B}">
      <dgm:prSet/>
      <dgm:spPr/>
      <dgm:t>
        <a:bodyPr/>
        <a:lstStyle/>
        <a:p>
          <a:endParaRPr lang="en-US"/>
        </a:p>
      </dgm:t>
    </dgm:pt>
    <dgm:pt modelId="{E2DA9BA8-2750-B846-9B63-0E16BC5055BC}">
      <dgm:prSet phldrT="[Text]"/>
      <dgm:spPr/>
      <dgm:t>
        <a:bodyPr/>
        <a:lstStyle/>
        <a:p>
          <a:r>
            <a:rPr lang="en-US" dirty="0"/>
            <a:t>Introduction to pandas for data handling</a:t>
          </a:r>
        </a:p>
      </dgm:t>
    </dgm:pt>
    <dgm:pt modelId="{577F6D46-EB07-9345-98D7-DF64415A4B30}" type="parTrans" cxnId="{6557D2BB-C5A7-B94A-9B78-30FB3E651D91}">
      <dgm:prSet/>
      <dgm:spPr/>
      <dgm:t>
        <a:bodyPr/>
        <a:lstStyle/>
        <a:p>
          <a:endParaRPr lang="en-US"/>
        </a:p>
      </dgm:t>
    </dgm:pt>
    <dgm:pt modelId="{7EBBB3F3-3F47-E846-8632-6D7CFF113D1D}" type="sibTrans" cxnId="{6557D2BB-C5A7-B94A-9B78-30FB3E651D91}">
      <dgm:prSet/>
      <dgm:spPr/>
      <dgm:t>
        <a:bodyPr/>
        <a:lstStyle/>
        <a:p>
          <a:endParaRPr lang="en-US"/>
        </a:p>
      </dgm:t>
    </dgm:pt>
    <dgm:pt modelId="{759D3FDF-7D94-CF43-AE51-80A55ADFCE75}">
      <dgm:prSet phldrT="[Text]"/>
      <dgm:spPr/>
      <dgm:t>
        <a:bodyPr/>
        <a:lstStyle/>
        <a:p>
          <a:r>
            <a:rPr lang="en-US" dirty="0"/>
            <a:t>Web development with Flask or Django</a:t>
          </a:r>
        </a:p>
      </dgm:t>
    </dgm:pt>
    <dgm:pt modelId="{C0BC0DFB-45B0-634D-AFDC-1B7BDD36A9AE}" type="parTrans" cxnId="{F66C515D-D7C5-8148-A9A6-3123F5E9C319}">
      <dgm:prSet/>
      <dgm:spPr/>
      <dgm:t>
        <a:bodyPr/>
        <a:lstStyle/>
        <a:p>
          <a:endParaRPr lang="en-US"/>
        </a:p>
      </dgm:t>
    </dgm:pt>
    <dgm:pt modelId="{EBDA9D64-F6A0-3D4C-A860-2CF1CA1F84D6}" type="sibTrans" cxnId="{F66C515D-D7C5-8148-A9A6-3123F5E9C319}">
      <dgm:prSet/>
      <dgm:spPr/>
      <dgm:t>
        <a:bodyPr/>
        <a:lstStyle/>
        <a:p>
          <a:endParaRPr lang="en-US"/>
        </a:p>
      </dgm:t>
    </dgm:pt>
    <dgm:pt modelId="{31D71B32-32EF-8C4E-ACBC-98B7F577E63F}" type="pres">
      <dgm:prSet presAssocID="{AB586FE8-8304-144B-BFBC-5D35B0A46F36}" presName="linear" presStyleCnt="0">
        <dgm:presLayoutVars>
          <dgm:animLvl val="lvl"/>
          <dgm:resizeHandles val="exact"/>
        </dgm:presLayoutVars>
      </dgm:prSet>
      <dgm:spPr/>
    </dgm:pt>
    <dgm:pt modelId="{D2B0D27A-7C72-4445-9B53-4934250EA294}" type="pres">
      <dgm:prSet presAssocID="{38A586A2-CE85-4845-88D0-5ADC98F9BDB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1FB71ED8-EA74-2841-B8E1-9CDB90D89710}" type="pres">
      <dgm:prSet presAssocID="{38A586A2-CE85-4845-88D0-5ADC98F9BDB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A4B490C-BDA4-2F4D-8878-64F7FD0EF1F1}" type="presOf" srcId="{FC67FD9F-6D9D-FD4C-8E86-0C9127BEFF31}" destId="{1FB71ED8-EA74-2841-B8E1-9CDB90D89710}" srcOrd="0" destOrd="0" presId="urn:microsoft.com/office/officeart/2005/8/layout/vList2"/>
    <dgm:cxn modelId="{DD8F871A-5504-9E45-875A-C5DA88B62492}" srcId="{38A586A2-CE85-4845-88D0-5ADC98F9BDBC}" destId="{355ECDC0-B849-334D-8462-88D166AF4CF2}" srcOrd="5" destOrd="0" parTransId="{92D09341-2385-5843-834F-ABD19EF8ECDA}" sibTransId="{4A2F58CD-DFD3-FE41-9ED9-E2EB93A68DCD}"/>
    <dgm:cxn modelId="{46AC1824-C2D3-1D40-A7D1-5C1CEF1C651F}" type="presOf" srcId="{E2DA9BA8-2750-B846-9B63-0E16BC5055BC}" destId="{1FB71ED8-EA74-2841-B8E1-9CDB90D89710}" srcOrd="0" destOrd="2" presId="urn:microsoft.com/office/officeart/2005/8/layout/vList2"/>
    <dgm:cxn modelId="{31984E31-A868-7049-AE1E-3BC355BD0539}" type="presOf" srcId="{A3BF6B28-E9BA-754B-A5C4-38D2C1FD3E7E}" destId="{1FB71ED8-EA74-2841-B8E1-9CDB90D89710}" srcOrd="0" destOrd="1" presId="urn:microsoft.com/office/officeart/2005/8/layout/vList2"/>
    <dgm:cxn modelId="{50AF204D-E3A3-8449-9639-2310E06C4E2B}" srcId="{AB586FE8-8304-144B-BFBC-5D35B0A46F36}" destId="{38A586A2-CE85-4845-88D0-5ADC98F9BDBC}" srcOrd="0" destOrd="0" parTransId="{71964F5A-449B-9447-AD42-99D67A51A592}" sibTransId="{A0CFD86C-04E0-A74E-9278-6767577FEA5D}"/>
    <dgm:cxn modelId="{F66C515D-D7C5-8148-A9A6-3123F5E9C319}" srcId="{38A586A2-CE85-4845-88D0-5ADC98F9BDBC}" destId="{759D3FDF-7D94-CF43-AE51-80A55ADFCE75}" srcOrd="3" destOrd="0" parTransId="{C0BC0DFB-45B0-634D-AFDC-1B7BDD36A9AE}" sibTransId="{EBDA9D64-F6A0-3D4C-A860-2CF1CA1F84D6}"/>
    <dgm:cxn modelId="{AA79765F-15FB-7D46-84F7-AA55F2F4FAA4}" type="presOf" srcId="{AB586FE8-8304-144B-BFBC-5D35B0A46F36}" destId="{31D71B32-32EF-8C4E-ACBC-98B7F577E63F}" srcOrd="0" destOrd="0" presId="urn:microsoft.com/office/officeart/2005/8/layout/vList2"/>
    <dgm:cxn modelId="{8993826D-3944-EE48-8C81-C2D0E2DD5326}" type="presOf" srcId="{759D3FDF-7D94-CF43-AE51-80A55ADFCE75}" destId="{1FB71ED8-EA74-2841-B8E1-9CDB90D89710}" srcOrd="0" destOrd="3" presId="urn:microsoft.com/office/officeart/2005/8/layout/vList2"/>
    <dgm:cxn modelId="{8FA39586-A253-A24C-8D17-5510D41C7C61}" type="presOf" srcId="{046D6741-197B-8846-9D5F-C14A93DCD3D9}" destId="{1FB71ED8-EA74-2841-B8E1-9CDB90D89710}" srcOrd="0" destOrd="4" presId="urn:microsoft.com/office/officeart/2005/8/layout/vList2"/>
    <dgm:cxn modelId="{DBB34C95-6367-DE4D-B222-45ED601EDAB2}" type="presOf" srcId="{355ECDC0-B849-334D-8462-88D166AF4CF2}" destId="{1FB71ED8-EA74-2841-B8E1-9CDB90D89710}" srcOrd="0" destOrd="5" presId="urn:microsoft.com/office/officeart/2005/8/layout/vList2"/>
    <dgm:cxn modelId="{44D46E99-4DF9-334C-8DD0-1C32FB229583}" srcId="{38A586A2-CE85-4845-88D0-5ADC98F9BDBC}" destId="{046D6741-197B-8846-9D5F-C14A93DCD3D9}" srcOrd="4" destOrd="0" parTransId="{174F49F4-AB84-074E-BFCF-DB1EE8A4D920}" sibTransId="{7D768DC2-CE32-0140-87BC-18BB4D8FD1E1}"/>
    <dgm:cxn modelId="{56E56B9D-291A-7747-A99E-A67B3DFD6E5B}" srcId="{38A586A2-CE85-4845-88D0-5ADC98F9BDBC}" destId="{A3BF6B28-E9BA-754B-A5C4-38D2C1FD3E7E}" srcOrd="1" destOrd="0" parTransId="{C9549D1D-7964-4A46-B079-8ECE449C0972}" sibTransId="{43B39851-AA65-6B40-B9EB-740A6911D962}"/>
    <dgm:cxn modelId="{6557D2BB-C5A7-B94A-9B78-30FB3E651D91}" srcId="{38A586A2-CE85-4845-88D0-5ADC98F9BDBC}" destId="{E2DA9BA8-2750-B846-9B63-0E16BC5055BC}" srcOrd="2" destOrd="0" parTransId="{577F6D46-EB07-9345-98D7-DF64415A4B30}" sibTransId="{7EBBB3F3-3F47-E846-8632-6D7CFF113D1D}"/>
    <dgm:cxn modelId="{94E353C4-606B-D046-93E7-408504EF41DB}" type="presOf" srcId="{38A586A2-CE85-4845-88D0-5ADC98F9BDBC}" destId="{D2B0D27A-7C72-4445-9B53-4934250EA294}" srcOrd="0" destOrd="0" presId="urn:microsoft.com/office/officeart/2005/8/layout/vList2"/>
    <dgm:cxn modelId="{EABAF3F0-43FA-7349-AE73-40E334AE3B68}" srcId="{38A586A2-CE85-4845-88D0-5ADC98F9BDBC}" destId="{FC67FD9F-6D9D-FD4C-8E86-0C9127BEFF31}" srcOrd="0" destOrd="0" parTransId="{82B81962-A090-5A47-8E46-51A34906321D}" sibTransId="{E8AA32D4-3175-E34C-AA1F-DFE9FEC5E23E}"/>
    <dgm:cxn modelId="{EA632BC6-A8AC-9D4D-B4DC-E75BCDCD997A}" type="presParOf" srcId="{31D71B32-32EF-8C4E-ACBC-98B7F577E63F}" destId="{D2B0D27A-7C72-4445-9B53-4934250EA294}" srcOrd="0" destOrd="0" presId="urn:microsoft.com/office/officeart/2005/8/layout/vList2"/>
    <dgm:cxn modelId="{FDAE7A7F-EFCF-3D46-AD03-AA0CDBF97ED6}" type="presParOf" srcId="{31D71B32-32EF-8C4E-ACBC-98B7F577E63F}" destId="{1FB71ED8-EA74-2841-B8E1-9CDB90D8971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32216"/>
          <a:ext cx="10040257" cy="2028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Introduction to Python Programming</a:t>
          </a:r>
        </a:p>
      </dsp:txBody>
      <dsp:txXfrm>
        <a:off x="99037" y="131253"/>
        <a:ext cx="9842183" cy="1830706"/>
      </dsp:txXfrm>
    </dsp:sp>
    <dsp:sp modelId="{1FB71ED8-EA74-2841-B8E1-9CDB90D89710}">
      <dsp:nvSpPr>
        <dsp:cNvPr id="0" name=""/>
        <dsp:cNvSpPr/>
      </dsp:nvSpPr>
      <dsp:spPr>
        <a:xfrm>
          <a:off x="0" y="2060996"/>
          <a:ext cx="10040257" cy="33254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64770" rIns="362712" bIns="6477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000" kern="1200" dirty="0"/>
            <a:t>Installing Python and IDEs (VS Code, Live Share, GitHub account)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000" kern="1200" dirty="0"/>
            <a:t>Pair Programming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000" kern="1200" dirty="0"/>
            <a:t>Running your first Python program</a:t>
          </a:r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000" kern="1200" dirty="0"/>
            <a:t>Writing and executing .</a:t>
          </a:r>
          <a:r>
            <a:rPr lang="en-US" sz="4000" kern="1200" dirty="0" err="1"/>
            <a:t>py</a:t>
          </a:r>
          <a:r>
            <a:rPr lang="en-US" sz="4000" kern="1200" dirty="0"/>
            <a:t> files</a:t>
          </a:r>
        </a:p>
      </dsp:txBody>
      <dsp:txXfrm>
        <a:off x="0" y="2060996"/>
        <a:ext cx="10040257" cy="33254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11021"/>
          <a:ext cx="10040257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Data Types, Variables &amp; Operators</a:t>
          </a:r>
        </a:p>
      </dsp:txBody>
      <dsp:txXfrm>
        <a:off x="48005" y="59026"/>
        <a:ext cx="9944247" cy="887374"/>
      </dsp:txXfrm>
    </dsp:sp>
    <dsp:sp modelId="{1FB71ED8-EA74-2841-B8E1-9CDB90D89710}">
      <dsp:nvSpPr>
        <dsp:cNvPr id="0" name=""/>
        <dsp:cNvSpPr/>
      </dsp:nvSpPr>
      <dsp:spPr>
        <a:xfrm>
          <a:off x="0" y="994406"/>
          <a:ext cx="10040257" cy="44132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Variable assignment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Data types: int, float, str, bool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Type conversion (str() / int() / float / bool() )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input() function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Arithmetic operators: + - * / % // **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Comparison operators: == != &gt; &lt; &gt;= &lt;=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Logic operations: and, or, not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Assignment operators: +=, -=, etc.</a:t>
          </a:r>
        </a:p>
      </dsp:txBody>
      <dsp:txXfrm>
        <a:off x="0" y="994406"/>
        <a:ext cx="10040257" cy="44132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53456"/>
          <a:ext cx="10040257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Conditional &amp; Control Statements</a:t>
          </a:r>
        </a:p>
      </dsp:txBody>
      <dsp:txXfrm>
        <a:off x="48005" y="101461"/>
        <a:ext cx="9944247" cy="887374"/>
      </dsp:txXfrm>
    </dsp:sp>
    <dsp:sp modelId="{1FB71ED8-EA74-2841-B8E1-9CDB90D89710}">
      <dsp:nvSpPr>
        <dsp:cNvPr id="0" name=""/>
        <dsp:cNvSpPr/>
      </dsp:nvSpPr>
      <dsp:spPr>
        <a:xfrm>
          <a:off x="0" y="1036841"/>
          <a:ext cx="10040257" cy="4328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52070" rIns="291592" bIns="5207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if, </a:t>
          </a:r>
          <a:r>
            <a:rPr lang="en-US" sz="3200" kern="1200" dirty="0" err="1"/>
            <a:t>elif</a:t>
          </a:r>
          <a:r>
            <a:rPr lang="en-US" sz="3200" kern="1200" dirty="0"/>
            <a:t>, else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Indentation and code blocks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Nested conditions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while loops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for loops with range()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Look control: break, continue, pass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kern="1200" dirty="0"/>
            <a:t>Simple loop exercises (multiplication table, sum of digits, etc.)</a:t>
          </a:r>
        </a:p>
      </dsp:txBody>
      <dsp:txXfrm>
        <a:off x="0" y="1036841"/>
        <a:ext cx="10040257" cy="43283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113103"/>
          <a:ext cx="10040257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 Structures</a:t>
          </a:r>
        </a:p>
      </dsp:txBody>
      <dsp:txXfrm>
        <a:off x="32784" y="145887"/>
        <a:ext cx="9974689" cy="606012"/>
      </dsp:txXfrm>
    </dsp:sp>
    <dsp:sp modelId="{1FB71ED8-EA74-2841-B8E1-9CDB90D89710}">
      <dsp:nvSpPr>
        <dsp:cNvPr id="0" name=""/>
        <dsp:cNvSpPr/>
      </dsp:nvSpPr>
      <dsp:spPr>
        <a:xfrm>
          <a:off x="0" y="784683"/>
          <a:ext cx="10040257" cy="452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Strings: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Indexing, slicing, basic methods (.lower(), .replace(), </a:t>
          </a:r>
          <a:r>
            <a:rPr lang="en-US" sz="2200" kern="1200" dirty="0" err="1"/>
            <a:t>etc</a:t>
          </a:r>
          <a:r>
            <a:rPr lang="en-US" sz="2200" kern="1200" dirty="0"/>
            <a:t>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Lists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Creating, indexing, slicing, common methods (append(), pop())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Tuples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Immutable sequences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Dictionaries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Key-value pairs, .get(), .items(), .keys(), .values()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Sets</a:t>
          </a:r>
        </a:p>
        <a:p>
          <a:pPr marL="457200" lvl="2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Unique elements, set operations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200" kern="1200" dirty="0"/>
        </a:p>
      </dsp:txBody>
      <dsp:txXfrm>
        <a:off x="0" y="784683"/>
        <a:ext cx="10040257" cy="4520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297378"/>
          <a:ext cx="10040257" cy="14870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 dirty="0"/>
            <a:t>Functions</a:t>
          </a:r>
        </a:p>
      </dsp:txBody>
      <dsp:txXfrm>
        <a:off x="72593" y="369971"/>
        <a:ext cx="9895071" cy="1341884"/>
      </dsp:txXfrm>
    </dsp:sp>
    <dsp:sp modelId="{1FB71ED8-EA74-2841-B8E1-9CDB90D89710}">
      <dsp:nvSpPr>
        <dsp:cNvPr id="0" name=""/>
        <dsp:cNvSpPr/>
      </dsp:nvSpPr>
      <dsp:spPr>
        <a:xfrm>
          <a:off x="0" y="1784448"/>
          <a:ext cx="10040257" cy="3336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78740" rIns="440944" bIns="78740" numCol="1" spcCol="1270" anchor="t" anchorCtr="0">
          <a:noAutofit/>
        </a:bodyPr>
        <a:lstStyle/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800" kern="1200" dirty="0"/>
            <a:t>Defining and calling functions</a:t>
          </a:r>
        </a:p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800" kern="1200" dirty="0"/>
            <a:t>Parameters and return values</a:t>
          </a:r>
        </a:p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800" kern="1200" dirty="0"/>
            <a:t>Default and keyword arguments</a:t>
          </a:r>
        </a:p>
        <a:p>
          <a:pPr marL="285750" lvl="1" indent="-285750" algn="l" defTabSz="2133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800" kern="1200" dirty="0"/>
            <a:t>Scope: local vs global variables</a:t>
          </a:r>
        </a:p>
      </dsp:txBody>
      <dsp:txXfrm>
        <a:off x="0" y="1784448"/>
        <a:ext cx="10040257" cy="33368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58113"/>
          <a:ext cx="10040257" cy="1750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Intro to Object-Oriented Programming (OOP)</a:t>
          </a:r>
        </a:p>
      </dsp:txBody>
      <dsp:txXfrm>
        <a:off x="85444" y="143557"/>
        <a:ext cx="9869369" cy="1579432"/>
      </dsp:txXfrm>
    </dsp:sp>
    <dsp:sp modelId="{1FB71ED8-EA74-2841-B8E1-9CDB90D89710}">
      <dsp:nvSpPr>
        <dsp:cNvPr id="0" name=""/>
        <dsp:cNvSpPr/>
      </dsp:nvSpPr>
      <dsp:spPr>
        <a:xfrm>
          <a:off x="0" y="1808433"/>
          <a:ext cx="10040257" cy="3552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55880" rIns="312928" bIns="5588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/>
            <a:t>Classes and objects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/>
            <a:t>__</a:t>
          </a:r>
          <a:r>
            <a:rPr lang="en-US" sz="3400" kern="1200" dirty="0" err="1"/>
            <a:t>init</a:t>
          </a:r>
          <a:r>
            <a:rPr lang="en-US" sz="3400" kern="1200" dirty="0"/>
            <a:t>__() constructor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/>
            <a:t>Instance attributes and methods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400" kern="1200" dirty="0"/>
            <a:t>Simple class-based projects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400" kern="1200" dirty="0"/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400" kern="1200" dirty="0"/>
        </a:p>
      </dsp:txBody>
      <dsp:txXfrm>
        <a:off x="0" y="1808433"/>
        <a:ext cx="10040257" cy="35521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196916"/>
          <a:ext cx="10040257" cy="13671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 dirty="0"/>
            <a:t>Exception Handling</a:t>
          </a:r>
        </a:p>
      </dsp:txBody>
      <dsp:txXfrm>
        <a:off x="66738" y="263654"/>
        <a:ext cx="9906781" cy="1233668"/>
      </dsp:txXfrm>
    </dsp:sp>
    <dsp:sp modelId="{1FB71ED8-EA74-2841-B8E1-9CDB90D89710}">
      <dsp:nvSpPr>
        <dsp:cNvPr id="0" name=""/>
        <dsp:cNvSpPr/>
      </dsp:nvSpPr>
      <dsp:spPr>
        <a:xfrm>
          <a:off x="0" y="1564060"/>
          <a:ext cx="10040257" cy="3657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72390" rIns="405384" bIns="72390" numCol="1" spcCol="1270" anchor="t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400" kern="1200" dirty="0"/>
            <a:t>try, except, finally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400" kern="1200" dirty="0"/>
            <a:t>Handling common exceptions (</a:t>
          </a:r>
          <a:r>
            <a:rPr lang="en-US" sz="4400" kern="1200" dirty="0" err="1"/>
            <a:t>ValueError</a:t>
          </a:r>
          <a:r>
            <a:rPr lang="en-US" sz="4400" kern="1200" dirty="0"/>
            <a:t>, </a:t>
          </a:r>
          <a:r>
            <a:rPr lang="en-US" sz="4400" kern="1200" dirty="0" err="1"/>
            <a:t>ZeroDivisionError</a:t>
          </a:r>
          <a:r>
            <a:rPr lang="en-US" sz="4400" kern="1200" dirty="0"/>
            <a:t>, </a:t>
          </a:r>
          <a:r>
            <a:rPr lang="en-US" sz="4400" kern="1200" dirty="0" err="1"/>
            <a:t>etc</a:t>
          </a:r>
          <a:r>
            <a:rPr lang="en-US" sz="4400" kern="1200" dirty="0"/>
            <a:t>)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4400" kern="1200" dirty="0"/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4400" kern="1200" dirty="0"/>
        </a:p>
      </dsp:txBody>
      <dsp:txXfrm>
        <a:off x="0" y="1564060"/>
        <a:ext cx="10040257" cy="365769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32778"/>
          <a:ext cx="10040257" cy="13911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l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800" kern="1200" dirty="0"/>
            <a:t>File Handling</a:t>
          </a:r>
        </a:p>
      </dsp:txBody>
      <dsp:txXfrm>
        <a:off x="67909" y="100687"/>
        <a:ext cx="9904439" cy="1255312"/>
      </dsp:txXfrm>
    </dsp:sp>
    <dsp:sp modelId="{1FB71ED8-EA74-2841-B8E1-9CDB90D89710}">
      <dsp:nvSpPr>
        <dsp:cNvPr id="0" name=""/>
        <dsp:cNvSpPr/>
      </dsp:nvSpPr>
      <dsp:spPr>
        <a:xfrm>
          <a:off x="0" y="1423908"/>
          <a:ext cx="10040257" cy="39619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73660" rIns="412496" bIns="73660" numCol="1" spcCol="1270" anchor="t" anchorCtr="0">
          <a:noAutofit/>
        </a:bodyPr>
        <a:lstStyle/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500" kern="1200" dirty="0"/>
            <a:t>Reading from and writing to files</a:t>
          </a:r>
        </a:p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500" kern="1200" dirty="0"/>
            <a:t>with open(…) as f:</a:t>
          </a:r>
        </a:p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4500" kern="1200" dirty="0"/>
            <a:t>File modes: ‘r’, ‘w’, ‘a’, ‘r+’</a:t>
          </a:r>
        </a:p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4500" kern="1200" dirty="0"/>
        </a:p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4500" kern="1200" dirty="0"/>
        </a:p>
      </dsp:txBody>
      <dsp:txXfrm>
        <a:off x="0" y="1423908"/>
        <a:ext cx="10040257" cy="396197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617958"/>
          <a:ext cx="10040257" cy="15590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Python with Backend</a:t>
          </a:r>
        </a:p>
      </dsp:txBody>
      <dsp:txXfrm>
        <a:off x="76105" y="694063"/>
        <a:ext cx="9888047" cy="1406815"/>
      </dsp:txXfrm>
    </dsp:sp>
    <dsp:sp modelId="{1FB71ED8-EA74-2841-B8E1-9CDB90D89710}">
      <dsp:nvSpPr>
        <dsp:cNvPr id="0" name=""/>
        <dsp:cNvSpPr/>
      </dsp:nvSpPr>
      <dsp:spPr>
        <a:xfrm>
          <a:off x="0" y="2176983"/>
          <a:ext cx="10040257" cy="2623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82550" rIns="462280" bIns="825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5100" kern="1200" dirty="0"/>
            <a:t>Use Python Flask as Example</a:t>
          </a:r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5100" kern="1200" dirty="0"/>
        </a:p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5100" kern="1200" dirty="0"/>
        </a:p>
      </dsp:txBody>
      <dsp:txXfrm>
        <a:off x="0" y="2176983"/>
        <a:ext cx="10040257" cy="262372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0D27A-7C72-4445-9B53-4934250EA294}">
      <dsp:nvSpPr>
        <dsp:cNvPr id="0" name=""/>
        <dsp:cNvSpPr/>
      </dsp:nvSpPr>
      <dsp:spPr>
        <a:xfrm>
          <a:off x="0" y="143816"/>
          <a:ext cx="10040257" cy="11752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After Beginner</a:t>
          </a:r>
        </a:p>
      </dsp:txBody>
      <dsp:txXfrm>
        <a:off x="57372" y="201188"/>
        <a:ext cx="9925513" cy="1060520"/>
      </dsp:txXfrm>
    </dsp:sp>
    <dsp:sp modelId="{1FB71ED8-EA74-2841-B8E1-9CDB90D89710}">
      <dsp:nvSpPr>
        <dsp:cNvPr id="0" name=""/>
        <dsp:cNvSpPr/>
      </dsp:nvSpPr>
      <dsp:spPr>
        <a:xfrm>
          <a:off x="0" y="1319081"/>
          <a:ext cx="10040257" cy="395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778" tIns="62230" rIns="348488" bIns="62230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800" kern="1200" dirty="0"/>
            <a:t>Data visualization with matplotlib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800" kern="1200" dirty="0"/>
            <a:t>Working with APIs (requests)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800" kern="1200" dirty="0"/>
            <a:t>Introduction to pandas for data handling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800" kern="1200" dirty="0"/>
            <a:t>Web development with Flask or Django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800" kern="1200" dirty="0"/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3800" kern="1200" dirty="0"/>
        </a:p>
      </dsp:txBody>
      <dsp:txXfrm>
        <a:off x="0" y="1319081"/>
        <a:ext cx="10040257" cy="3955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2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8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63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3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5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76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2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46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3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C9120B-6641-4081-7EC9-A386F78D7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949725"/>
            <a:ext cx="7588155" cy="1414091"/>
          </a:xfrm>
        </p:spPr>
        <p:txBody>
          <a:bodyPr>
            <a:normAutofit/>
          </a:bodyPr>
          <a:lstStyle/>
          <a:p>
            <a:r>
              <a:rPr lang="en-US" sz="2400" dirty="0"/>
              <a:t>Nelson Lai</a:t>
            </a:r>
            <a:endParaRPr lang="en-TW" sz="2400" dirty="0"/>
          </a:p>
          <a:p>
            <a:r>
              <a:rPr lang="en-TW" sz="2400" dirty="0"/>
              <a:t>May-12, 2025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82A96D-E589-5E68-B770-2A71BF8B4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2" y="0"/>
            <a:ext cx="7588155" cy="2621154"/>
          </a:xfrm>
        </p:spPr>
        <p:txBody>
          <a:bodyPr/>
          <a:lstStyle/>
          <a:p>
            <a:r>
              <a:rPr lang="en-TW" dirty="0"/>
              <a:t>Amazing Talker Tutor</a:t>
            </a:r>
          </a:p>
        </p:txBody>
      </p:sp>
    </p:spTree>
    <p:extLst>
      <p:ext uri="{BB962C8B-B14F-4D97-AF65-F5344CB8AC3E}">
        <p14:creationId xmlns:p14="http://schemas.microsoft.com/office/powerpoint/2010/main" val="1182478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625C46-A99A-4F6A-1531-BC9C79AA1C4E}"/>
              </a:ext>
            </a:extLst>
          </p:cNvPr>
          <p:cNvSpPr/>
          <p:nvPr/>
        </p:nvSpPr>
        <p:spPr>
          <a:xfrm>
            <a:off x="690785" y="1922167"/>
            <a:ext cx="10839228" cy="2349796"/>
          </a:xfrm>
          <a:prstGeom prst="roundRect">
            <a:avLst/>
          </a:prstGeom>
          <a:noFill/>
          <a:ln w="412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996F16-13C4-F19C-A371-4E39EE92FD53}"/>
              </a:ext>
            </a:extLst>
          </p:cNvPr>
          <p:cNvSpPr txBox="1"/>
          <p:nvPr/>
        </p:nvSpPr>
        <p:spPr>
          <a:xfrm>
            <a:off x="2618514" y="2505670"/>
            <a:ext cx="69837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W" sz="5400" dirty="0">
                <a:solidFill>
                  <a:schemeClr val="accent6">
                    <a:lumMod val="50000"/>
                  </a:schemeClr>
                </a:solidFill>
              </a:rPr>
              <a:t>Curriculum of Python</a:t>
            </a:r>
          </a:p>
        </p:txBody>
      </p:sp>
    </p:spTree>
    <p:extLst>
      <p:ext uri="{BB962C8B-B14F-4D97-AF65-F5344CB8AC3E}">
        <p14:creationId xmlns:p14="http://schemas.microsoft.com/office/powerpoint/2010/main" val="3659168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A7EE8-E30C-DF9D-5B67-9A89A1BFF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197C1C-8D0D-3454-01A7-3EEBC61F41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6471903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053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2DF1C-9901-7453-1010-9E3A185D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EA41B36-1FCC-4BEB-E2BF-7F3B03573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3306327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165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B61F-037D-4083-C961-8C94DBF49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3CBAD93-BE5E-A9A3-3058-88EE376D4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0970922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286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1E968-33C1-6EF6-33DF-40EBFED4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8D31A4D-65B7-742A-DF22-7F0EB13682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7186229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487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59FF8-ECB6-A418-A5AC-08F8E08A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801EF97-B056-F30A-7FED-881ABFC7FD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4591323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755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E996-1C74-43C3-0925-D87EC876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EF26F9A-6CEB-5A2F-BCB5-87E634DB86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060517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904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FF4E3-52B5-CB4D-37C7-2AE0DA2F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4B06A13-E78D-AD13-E655-CA79A2C9BA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034701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0192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84963-40A7-2274-C835-6BE15C35C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33F558F-12F4-33EE-37E0-E057F20331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2567159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1626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A8479-1E4A-384E-19F5-D2EE3E147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07105E2-8155-7DF2-AB14-263C01BDE9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9644044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741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1D24-C212-31A3-D9D9-A785C7FA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6F4D705-BCB0-8269-CCBC-589BEB1711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9693188"/>
              </p:ext>
            </p:extLst>
          </p:nvPr>
        </p:nvGraphicFramePr>
        <p:xfrm>
          <a:off x="1324427" y="403981"/>
          <a:ext cx="1004025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536287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33971</TotalTime>
  <Words>329</Words>
  <Application>Microsoft Macintosh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Neue Haas Grotesk Text Pro</vt:lpstr>
      <vt:lpstr>VanillaVTI</vt:lpstr>
      <vt:lpstr>Amazing Talker Tutor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 Lai</dc:creator>
  <cp:lastModifiedBy>Nelson Lai</cp:lastModifiedBy>
  <cp:revision>128</cp:revision>
  <dcterms:created xsi:type="dcterms:W3CDTF">2025-03-24T14:43:29Z</dcterms:created>
  <dcterms:modified xsi:type="dcterms:W3CDTF">2025-08-03T18:25:09Z</dcterms:modified>
</cp:coreProperties>
</file>