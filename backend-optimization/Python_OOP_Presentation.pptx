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OOP?</a:t>
            </a:r>
          </a:p>
          <a:p>
            <a:r>
              <a:t>2. Classes and Objects</a:t>
            </a:r>
          </a:p>
          <a:p>
            <a:r>
              <a:t>3. Attributes and Methods</a:t>
            </a:r>
          </a:p>
          <a:p>
            <a:r>
              <a:t>4. Encapsulation</a:t>
            </a:r>
          </a:p>
          <a:p>
            <a:r>
              <a:t>5. Inheritance</a:t>
            </a:r>
          </a:p>
          <a:p>
            <a:r>
              <a:t>6. Polymorphism</a:t>
            </a:r>
          </a:p>
          <a:p>
            <a:r>
              <a:t>7. Real-World Examples</a:t>
            </a:r>
          </a:p>
          <a:p>
            <a:r>
              <a:t>8. Summary &amp;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A programming paradigm based on the concept of 'objects'</a:t>
            </a:r>
          </a:p>
          <a:p>
            <a:r>
              <a:rPr sz="2400" dirty="0"/>
              <a:t>Encapsulates data and functions together</a:t>
            </a:r>
          </a:p>
          <a:p>
            <a:r>
              <a:rPr sz="2400" dirty="0"/>
              <a:t>Helps build reusable and modular code</a:t>
            </a:r>
          </a:p>
          <a:p>
            <a:endParaRPr sz="2400" dirty="0"/>
          </a:p>
          <a:p>
            <a:r>
              <a:rPr lang="en-US" sz="2400" dirty="0"/>
              <a:t>Four</a:t>
            </a:r>
            <a:r>
              <a:rPr sz="2400" dirty="0"/>
              <a:t> Key Principles:</a:t>
            </a:r>
          </a:p>
          <a:p>
            <a:r>
              <a:rPr sz="2400" dirty="0"/>
              <a:t>1. Encapsulation</a:t>
            </a:r>
          </a:p>
          <a:p>
            <a:r>
              <a:rPr sz="2400" dirty="0"/>
              <a:t>2. Inheritance</a:t>
            </a:r>
          </a:p>
          <a:p>
            <a:r>
              <a:rPr sz="2400" dirty="0"/>
              <a:t>3. Polymorphism</a:t>
            </a:r>
          </a:p>
          <a:p>
            <a:r>
              <a:rPr sz="2400" dirty="0"/>
              <a:t>4. Abstraction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Class: A blueprint for creating objects</a:t>
            </a:r>
          </a:p>
          <a:p>
            <a:r>
              <a:rPr dirty="0"/>
              <a:t>Object: An instance of a class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Dog: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name):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self.name</a:t>
            </a:r>
            <a:r>
              <a:rPr dirty="0"/>
              <a:t> = name</a:t>
            </a:r>
          </a:p>
          <a:p>
            <a:pPr marL="0" indent="0">
              <a:buNone/>
            </a:pPr>
            <a:r>
              <a:rPr dirty="0"/>
              <a:t>    def bark(self):</a:t>
            </a:r>
          </a:p>
          <a:p>
            <a:pPr marL="0" indent="0">
              <a:buNone/>
            </a:pPr>
            <a:r>
              <a:rPr dirty="0"/>
              <a:t>        print(f"{</a:t>
            </a:r>
            <a:r>
              <a:rPr dirty="0" err="1"/>
              <a:t>self.name</a:t>
            </a:r>
            <a:r>
              <a:rPr dirty="0"/>
              <a:t>} says woof!")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d = Dog("Buddy")</a:t>
            </a:r>
          </a:p>
          <a:p>
            <a:pPr marL="0" indent="0">
              <a:buNone/>
            </a:pPr>
            <a:r>
              <a:rPr dirty="0" err="1"/>
              <a:t>d.bark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Attributes: Variables that hold data</a:t>
            </a:r>
          </a:p>
          <a:p>
            <a:r>
              <a:rPr dirty="0"/>
              <a:t>Methods: Functions that define behavior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Car: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brand, speed):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self.brand</a:t>
            </a:r>
            <a:r>
              <a:rPr dirty="0"/>
              <a:t> = brand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self.speed</a:t>
            </a:r>
            <a:r>
              <a:rPr dirty="0"/>
              <a:t> = speed</a:t>
            </a:r>
          </a:p>
          <a:p>
            <a:pPr marL="0" indent="0">
              <a:buNone/>
            </a:pPr>
            <a:r>
              <a:rPr dirty="0"/>
              <a:t>    def accelerate(self):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self.speed</a:t>
            </a:r>
            <a:r>
              <a:rPr dirty="0"/>
              <a:t> +=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Hides internal state and requires interaction through methods</a:t>
            </a:r>
          </a:p>
          <a:p>
            <a:r>
              <a:rPr dirty="0"/>
              <a:t>Use underscore (_) to indicate 'protected' members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</a:t>
            </a:r>
            <a:r>
              <a:rPr dirty="0" err="1"/>
              <a:t>BankAccount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self._balance</a:t>
            </a:r>
            <a:r>
              <a:rPr dirty="0"/>
              <a:t> = 0</a:t>
            </a:r>
          </a:p>
          <a:p>
            <a:pPr marL="0" indent="0">
              <a:buNone/>
            </a:pPr>
            <a:r>
              <a:rPr dirty="0"/>
              <a:t>    def deposit(self, amount):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self._balance</a:t>
            </a:r>
            <a:r>
              <a:rPr dirty="0"/>
              <a:t> += amount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Enables new classes to inherit attributes and methods from existing classes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Animal:</a:t>
            </a:r>
          </a:p>
          <a:p>
            <a:pPr marL="0" indent="0">
              <a:buNone/>
            </a:pPr>
            <a:r>
              <a:rPr dirty="0"/>
              <a:t>    def speak(self):</a:t>
            </a:r>
          </a:p>
          <a:p>
            <a:pPr marL="0" indent="0">
              <a:buNone/>
            </a:pPr>
            <a:r>
              <a:rPr dirty="0"/>
              <a:t>        print("Animal speaks")</a:t>
            </a:r>
          </a:p>
          <a:p>
            <a:pPr marL="0" indent="0">
              <a:buNone/>
            </a:pPr>
            <a:r>
              <a:rPr dirty="0"/>
              <a:t>class Dog(Animal):</a:t>
            </a:r>
          </a:p>
          <a:p>
            <a:pPr marL="0" indent="0">
              <a:buNone/>
            </a:pPr>
            <a:r>
              <a:rPr dirty="0"/>
              <a:t>    def speak(self):</a:t>
            </a:r>
          </a:p>
          <a:p>
            <a:pPr marL="0" indent="0">
              <a:buNone/>
            </a:pPr>
            <a:r>
              <a:rPr dirty="0"/>
              <a:t>        print("Dog barks")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Objects of different classes can be treated through the same interface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def </a:t>
            </a:r>
            <a:r>
              <a:rPr dirty="0" err="1"/>
              <a:t>animal_sound</a:t>
            </a:r>
            <a:r>
              <a:rPr dirty="0"/>
              <a:t>(animal):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animal.speak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 err="1"/>
              <a:t>animal_sound</a:t>
            </a:r>
            <a:r>
              <a:rPr dirty="0"/>
              <a:t>(Dog())  # Output: Dog barks</a:t>
            </a:r>
            <a:endParaRPr lang="en-US" dirty="0"/>
          </a:p>
          <a:p>
            <a:pPr marL="0" indent="0">
              <a:buNone/>
            </a:pPr>
            <a:r>
              <a:rPr lang="en-TW" dirty="0"/>
              <a:t>animal_list = [a, x, c, b …]</a:t>
            </a:r>
          </a:p>
          <a:p>
            <a:pPr marL="0" indent="0">
              <a:buNone/>
            </a:pPr>
            <a:r>
              <a:rPr lang="en-TW" dirty="0"/>
              <a:t>for animal in animal_list:</a:t>
            </a:r>
          </a:p>
          <a:p>
            <a:pPr marL="0" indent="0">
              <a:buNone/>
            </a:pPr>
            <a:r>
              <a:rPr lang="en-TW" dirty="0"/>
              <a:t>	animal_sound(animal)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Employee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Employee: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name):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self.name</a:t>
            </a:r>
            <a:r>
              <a:rPr dirty="0"/>
              <a:t> = name</a:t>
            </a:r>
          </a:p>
          <a:p>
            <a:pPr marL="0" indent="0">
              <a:buNone/>
            </a:pPr>
            <a:r>
              <a:rPr dirty="0"/>
              <a:t>    def work(self):</a:t>
            </a:r>
          </a:p>
          <a:p>
            <a:pPr marL="0" indent="0">
              <a:buNone/>
            </a:pPr>
            <a:r>
              <a:rPr dirty="0"/>
              <a:t>        print(f"{</a:t>
            </a:r>
            <a:r>
              <a:rPr dirty="0" err="1"/>
              <a:t>self.name</a:t>
            </a:r>
            <a:r>
              <a:rPr dirty="0"/>
              <a:t>} is working")</a:t>
            </a:r>
          </a:p>
          <a:p>
            <a:pPr marL="0" indent="0">
              <a:buNone/>
            </a:pPr>
            <a:r>
              <a:rPr dirty="0"/>
              <a:t>class Manager(Employee):</a:t>
            </a:r>
          </a:p>
          <a:p>
            <a:pPr marL="0" indent="0">
              <a:buNone/>
            </a:pPr>
            <a:r>
              <a:rPr dirty="0"/>
              <a:t>    def work(self):</a:t>
            </a:r>
          </a:p>
          <a:p>
            <a:pPr marL="0" indent="0">
              <a:buNone/>
            </a:pPr>
            <a:r>
              <a:rPr dirty="0"/>
              <a:t>        print(f"{</a:t>
            </a:r>
            <a:r>
              <a:rPr dirty="0" err="1"/>
              <a:t>self.name</a:t>
            </a:r>
            <a:r>
              <a:rPr dirty="0"/>
              <a:t>} is managing")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OOP promotes code reuse and modularity</a:t>
            </a:r>
          </a:p>
          <a:p>
            <a:r>
              <a:rPr dirty="0"/>
              <a:t>Master the 4 pillars: Encapsulation, Inheritance, Polymorphism, Abstraction</a:t>
            </a:r>
          </a:p>
          <a:p>
            <a:endParaRPr lang="en-TW" dirty="0"/>
          </a:p>
          <a:p>
            <a:r>
              <a:rPr lang="en-US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13907</TotalTime>
  <Words>448</Words>
  <Application>Microsoft Macintosh PowerPoint</Application>
  <PresentationFormat>On-screen Show (4:3)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Agenda</vt:lpstr>
      <vt:lpstr>What is OOP?</vt:lpstr>
      <vt:lpstr>Classes and Objects</vt:lpstr>
      <vt:lpstr>Attributes and Methods</vt:lpstr>
      <vt:lpstr>Encapsulation</vt:lpstr>
      <vt:lpstr>Inheritance</vt:lpstr>
      <vt:lpstr>Polymorphism</vt:lpstr>
      <vt:lpstr>Real-World Example: Employee System</vt:lpstr>
      <vt:lpstr>Summary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Nelson Lai</cp:lastModifiedBy>
  <cp:revision>17</cp:revision>
  <dcterms:created xsi:type="dcterms:W3CDTF">2013-01-27T09:14:16Z</dcterms:created>
  <dcterms:modified xsi:type="dcterms:W3CDTF">2025-06-12T16:08:20Z</dcterms:modified>
  <cp:category/>
</cp:coreProperties>
</file>