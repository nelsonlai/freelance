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sldIdLst>
    <p:sldId id="256" r:id="rId2"/>
    <p:sldId id="257" r:id="rId3"/>
    <p:sldId id="264" r:id="rId4"/>
    <p:sldId id="265" r:id="rId5"/>
    <p:sldId id="272" r:id="rId6"/>
    <p:sldId id="273" r:id="rId7"/>
    <p:sldId id="274" r:id="rId8"/>
    <p:sldId id="275" r:id="rId9"/>
    <p:sldId id="276" r:id="rId10"/>
    <p:sldId id="277" r:id="rId11"/>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65"/>
    <p:restoredTop sz="94658"/>
  </p:normalViewPr>
  <p:slideViewPr>
    <p:cSldViewPr snapToGrid="0">
      <p:cViewPr varScale="1">
        <p:scale>
          <a:sx n="120" d="100"/>
          <a:sy n="120" d="100"/>
        </p:scale>
        <p:origin x="3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8D536-257E-CC45-8229-C3C3B7B69E2D}"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235039AB-6B6E-F942-8F78-A8B3CD782E8C}">
      <dgm:prSet phldrT="[Text]"/>
      <dgm:spPr/>
      <dgm:t>
        <a:bodyPr/>
        <a:lstStyle/>
        <a:p>
          <a:r>
            <a:rPr lang="en-US" dirty="0"/>
            <a:t>Introduction</a:t>
          </a:r>
        </a:p>
        <a:p>
          <a:r>
            <a:rPr lang="en-US" dirty="0" err="1"/>
            <a:t>簡介</a:t>
          </a:r>
          <a:endParaRPr lang="en-US" dirty="0"/>
        </a:p>
      </dgm:t>
    </dgm:pt>
    <dgm:pt modelId="{8059D279-0409-EB4B-B266-E4ED2173D0DB}" type="parTrans" cxnId="{67E0AA21-A28C-2F47-A0E3-69B3FFFA52B5}">
      <dgm:prSet/>
      <dgm:spPr/>
      <dgm:t>
        <a:bodyPr/>
        <a:lstStyle/>
        <a:p>
          <a:endParaRPr lang="en-US"/>
        </a:p>
      </dgm:t>
    </dgm:pt>
    <dgm:pt modelId="{0AB36532-687F-174F-BC3A-1A9FBFEBACAE}" type="sibTrans" cxnId="{67E0AA21-A28C-2F47-A0E3-69B3FFFA52B5}">
      <dgm:prSet/>
      <dgm:spPr/>
      <dgm:t>
        <a:bodyPr/>
        <a:lstStyle/>
        <a:p>
          <a:endParaRPr lang="en-US"/>
        </a:p>
      </dgm:t>
    </dgm:pt>
    <dgm:pt modelId="{1510CBEB-8D54-F048-9FFA-C5E1167E0B87}">
      <dgm:prSet phldrT="[Text]"/>
      <dgm:spPr/>
      <dgm:t>
        <a:bodyPr/>
        <a:lstStyle/>
        <a:p>
          <a:r>
            <a:rPr lang="en-US" dirty="0"/>
            <a:t>What is full stack development</a:t>
          </a:r>
        </a:p>
        <a:p>
          <a:r>
            <a:rPr lang="en-US" dirty="0" err="1"/>
            <a:t>什麼是全端</a:t>
          </a:r>
          <a:r>
            <a:rPr lang="en-US" dirty="0"/>
            <a:t> (Full Stack) </a:t>
          </a:r>
          <a:r>
            <a:rPr lang="en-US" dirty="0" err="1"/>
            <a:t>開發</a:t>
          </a:r>
          <a:endParaRPr lang="en-US" dirty="0"/>
        </a:p>
      </dgm:t>
    </dgm:pt>
    <dgm:pt modelId="{A6476CDD-1727-6C49-9B15-EDDE1AE679C3}" type="parTrans" cxnId="{4E2ECED0-43A3-6E4E-831E-ED36AD170CCC}">
      <dgm:prSet/>
      <dgm:spPr/>
      <dgm:t>
        <a:bodyPr/>
        <a:lstStyle/>
        <a:p>
          <a:endParaRPr lang="en-US"/>
        </a:p>
      </dgm:t>
    </dgm:pt>
    <dgm:pt modelId="{3AC2D435-25A8-5442-9510-ABF76FB42CD7}" type="sibTrans" cxnId="{4E2ECED0-43A3-6E4E-831E-ED36AD170CCC}">
      <dgm:prSet/>
      <dgm:spPr/>
      <dgm:t>
        <a:bodyPr/>
        <a:lstStyle/>
        <a:p>
          <a:endParaRPr lang="en-US"/>
        </a:p>
      </dgm:t>
    </dgm:pt>
    <dgm:pt modelId="{2CE27D63-4EAA-2A41-9987-30945F5A1726}">
      <dgm:prSet phldrT="[Text]"/>
      <dgm:spPr/>
      <dgm:t>
        <a:bodyPr/>
        <a:lstStyle/>
        <a:p>
          <a:r>
            <a:rPr lang="en-US" dirty="0"/>
            <a:t>Full Stack Technologies</a:t>
          </a:r>
        </a:p>
        <a:p>
          <a:r>
            <a:rPr lang="en-US" dirty="0" err="1"/>
            <a:t>全端開發的技術</a:t>
          </a:r>
          <a:endParaRPr lang="en-US" dirty="0"/>
        </a:p>
      </dgm:t>
    </dgm:pt>
    <dgm:pt modelId="{7A91B92C-E26C-4244-8549-6802F86C28D9}" type="parTrans" cxnId="{4C96DA18-A440-4448-9703-AFD3B903E8D6}">
      <dgm:prSet/>
      <dgm:spPr/>
      <dgm:t>
        <a:bodyPr/>
        <a:lstStyle/>
        <a:p>
          <a:endParaRPr lang="en-US"/>
        </a:p>
      </dgm:t>
    </dgm:pt>
    <dgm:pt modelId="{08E150FE-590F-CF48-BDA8-BF18AD353F40}" type="sibTrans" cxnId="{4C96DA18-A440-4448-9703-AFD3B903E8D6}">
      <dgm:prSet/>
      <dgm:spPr/>
      <dgm:t>
        <a:bodyPr/>
        <a:lstStyle/>
        <a:p>
          <a:endParaRPr lang="en-US"/>
        </a:p>
      </dgm:t>
    </dgm:pt>
    <dgm:pt modelId="{7D6CDE4F-88B0-104D-933C-35D17F0BACF2}">
      <dgm:prSet phldrT="[Text]"/>
      <dgm:spPr/>
      <dgm:t>
        <a:bodyPr/>
        <a:lstStyle/>
        <a:p>
          <a:r>
            <a:rPr lang="en-US" dirty="0"/>
            <a:t>Advantages of full stack development</a:t>
          </a:r>
        </a:p>
        <a:p>
          <a:r>
            <a:rPr lang="en-US" dirty="0" err="1"/>
            <a:t>全端開發的特點及優勢</a:t>
          </a:r>
          <a:endParaRPr lang="en-US" dirty="0"/>
        </a:p>
      </dgm:t>
    </dgm:pt>
    <dgm:pt modelId="{4288A829-E060-2040-926D-BAFEE1DEE6BE}" type="parTrans" cxnId="{7DC9FC5F-3CEE-074D-ABBB-6C585937EB7D}">
      <dgm:prSet/>
      <dgm:spPr/>
      <dgm:t>
        <a:bodyPr/>
        <a:lstStyle/>
        <a:p>
          <a:endParaRPr lang="en-US"/>
        </a:p>
      </dgm:t>
    </dgm:pt>
    <dgm:pt modelId="{6A3AAB82-577C-FE4B-B5E5-72A696C67DEB}" type="sibTrans" cxnId="{7DC9FC5F-3CEE-074D-ABBB-6C585937EB7D}">
      <dgm:prSet/>
      <dgm:spPr/>
      <dgm:t>
        <a:bodyPr/>
        <a:lstStyle/>
        <a:p>
          <a:endParaRPr lang="en-US"/>
        </a:p>
      </dgm:t>
    </dgm:pt>
    <dgm:pt modelId="{D0A4384D-627F-5048-B912-83D260D47B27}" type="pres">
      <dgm:prSet presAssocID="{D808D536-257E-CC45-8229-C3C3B7B69E2D}" presName="vert0" presStyleCnt="0">
        <dgm:presLayoutVars>
          <dgm:dir/>
          <dgm:animOne val="branch"/>
          <dgm:animLvl val="lvl"/>
        </dgm:presLayoutVars>
      </dgm:prSet>
      <dgm:spPr/>
    </dgm:pt>
    <dgm:pt modelId="{CAD157E0-8694-4C40-B8E8-84CB6BBE8588}" type="pres">
      <dgm:prSet presAssocID="{235039AB-6B6E-F942-8F78-A8B3CD782E8C}" presName="thickLine" presStyleLbl="alignNode1" presStyleIdx="0" presStyleCnt="4"/>
      <dgm:spPr/>
    </dgm:pt>
    <dgm:pt modelId="{8540663A-0151-B744-A202-A50F8B1E9FED}" type="pres">
      <dgm:prSet presAssocID="{235039AB-6B6E-F942-8F78-A8B3CD782E8C}" presName="horz1" presStyleCnt="0"/>
      <dgm:spPr/>
    </dgm:pt>
    <dgm:pt modelId="{A60140A0-412F-424D-A16F-1F5B5ECC05D6}" type="pres">
      <dgm:prSet presAssocID="{235039AB-6B6E-F942-8F78-A8B3CD782E8C}" presName="tx1" presStyleLbl="revTx" presStyleIdx="0" presStyleCnt="4"/>
      <dgm:spPr/>
    </dgm:pt>
    <dgm:pt modelId="{D8990366-AAB4-A043-84E4-B0D0CBB85101}" type="pres">
      <dgm:prSet presAssocID="{235039AB-6B6E-F942-8F78-A8B3CD782E8C}" presName="vert1" presStyleCnt="0"/>
      <dgm:spPr/>
    </dgm:pt>
    <dgm:pt modelId="{858E611F-8C94-C143-89FF-FE8655F40837}" type="pres">
      <dgm:prSet presAssocID="{1510CBEB-8D54-F048-9FFA-C5E1167E0B87}" presName="thickLine" presStyleLbl="alignNode1" presStyleIdx="1" presStyleCnt="4"/>
      <dgm:spPr/>
    </dgm:pt>
    <dgm:pt modelId="{4A766619-874A-B54C-882C-19EBC2EB7499}" type="pres">
      <dgm:prSet presAssocID="{1510CBEB-8D54-F048-9FFA-C5E1167E0B87}" presName="horz1" presStyleCnt="0"/>
      <dgm:spPr/>
    </dgm:pt>
    <dgm:pt modelId="{6B9ED898-7BA7-0E41-8C93-DECFFEAE271A}" type="pres">
      <dgm:prSet presAssocID="{1510CBEB-8D54-F048-9FFA-C5E1167E0B87}" presName="tx1" presStyleLbl="revTx" presStyleIdx="1" presStyleCnt="4"/>
      <dgm:spPr/>
    </dgm:pt>
    <dgm:pt modelId="{23F50585-2A4F-C744-BE66-F787CCC4838F}" type="pres">
      <dgm:prSet presAssocID="{1510CBEB-8D54-F048-9FFA-C5E1167E0B87}" presName="vert1" presStyleCnt="0"/>
      <dgm:spPr/>
    </dgm:pt>
    <dgm:pt modelId="{4C2AABB4-5F26-B441-911E-A5CF32E74288}" type="pres">
      <dgm:prSet presAssocID="{2CE27D63-4EAA-2A41-9987-30945F5A1726}" presName="thickLine" presStyleLbl="alignNode1" presStyleIdx="2" presStyleCnt="4"/>
      <dgm:spPr/>
    </dgm:pt>
    <dgm:pt modelId="{B07BB5B3-9971-BA46-B4AA-49AFB90BA317}" type="pres">
      <dgm:prSet presAssocID="{2CE27D63-4EAA-2A41-9987-30945F5A1726}" presName="horz1" presStyleCnt="0"/>
      <dgm:spPr/>
    </dgm:pt>
    <dgm:pt modelId="{7523C740-2002-4C47-8F73-357C87CC749A}" type="pres">
      <dgm:prSet presAssocID="{2CE27D63-4EAA-2A41-9987-30945F5A1726}" presName="tx1" presStyleLbl="revTx" presStyleIdx="2" presStyleCnt="4"/>
      <dgm:spPr/>
    </dgm:pt>
    <dgm:pt modelId="{D3F0A3C8-2A24-8D47-9E5B-D34A9FFAFF7C}" type="pres">
      <dgm:prSet presAssocID="{2CE27D63-4EAA-2A41-9987-30945F5A1726}" presName="vert1" presStyleCnt="0"/>
      <dgm:spPr/>
    </dgm:pt>
    <dgm:pt modelId="{152F9B3B-6DD3-4949-A230-F2DDF4A06948}" type="pres">
      <dgm:prSet presAssocID="{7D6CDE4F-88B0-104D-933C-35D17F0BACF2}" presName="thickLine" presStyleLbl="alignNode1" presStyleIdx="3" presStyleCnt="4"/>
      <dgm:spPr/>
    </dgm:pt>
    <dgm:pt modelId="{467DB9E1-932C-D44E-98CE-F2D07AF68DC5}" type="pres">
      <dgm:prSet presAssocID="{7D6CDE4F-88B0-104D-933C-35D17F0BACF2}" presName="horz1" presStyleCnt="0"/>
      <dgm:spPr/>
    </dgm:pt>
    <dgm:pt modelId="{5794E0FE-5489-5949-9B1D-F2FD3F55A5D2}" type="pres">
      <dgm:prSet presAssocID="{7D6CDE4F-88B0-104D-933C-35D17F0BACF2}" presName="tx1" presStyleLbl="revTx" presStyleIdx="3" presStyleCnt="4"/>
      <dgm:spPr/>
    </dgm:pt>
    <dgm:pt modelId="{140DA5D2-4E20-E740-A152-48D40EB70CB7}" type="pres">
      <dgm:prSet presAssocID="{7D6CDE4F-88B0-104D-933C-35D17F0BACF2}" presName="vert1" presStyleCnt="0"/>
      <dgm:spPr/>
    </dgm:pt>
  </dgm:ptLst>
  <dgm:cxnLst>
    <dgm:cxn modelId="{4C96DA18-A440-4448-9703-AFD3B903E8D6}" srcId="{D808D536-257E-CC45-8229-C3C3B7B69E2D}" destId="{2CE27D63-4EAA-2A41-9987-30945F5A1726}" srcOrd="2" destOrd="0" parTransId="{7A91B92C-E26C-4244-8549-6802F86C28D9}" sibTransId="{08E150FE-590F-CF48-BDA8-BF18AD353F40}"/>
    <dgm:cxn modelId="{CE5A191B-5565-CD4E-8EF9-3C49A5E6F2B6}" type="presOf" srcId="{7D6CDE4F-88B0-104D-933C-35D17F0BACF2}" destId="{5794E0FE-5489-5949-9B1D-F2FD3F55A5D2}" srcOrd="0" destOrd="0" presId="urn:microsoft.com/office/officeart/2008/layout/LinedList"/>
    <dgm:cxn modelId="{67E0AA21-A28C-2F47-A0E3-69B3FFFA52B5}" srcId="{D808D536-257E-CC45-8229-C3C3B7B69E2D}" destId="{235039AB-6B6E-F942-8F78-A8B3CD782E8C}" srcOrd="0" destOrd="0" parTransId="{8059D279-0409-EB4B-B266-E4ED2173D0DB}" sibTransId="{0AB36532-687F-174F-BC3A-1A9FBFEBACAE}"/>
    <dgm:cxn modelId="{7DC9FC5F-3CEE-074D-ABBB-6C585937EB7D}" srcId="{D808D536-257E-CC45-8229-C3C3B7B69E2D}" destId="{7D6CDE4F-88B0-104D-933C-35D17F0BACF2}" srcOrd="3" destOrd="0" parTransId="{4288A829-E060-2040-926D-BAFEE1DEE6BE}" sibTransId="{6A3AAB82-577C-FE4B-B5E5-72A696C67DEB}"/>
    <dgm:cxn modelId="{572B057D-A2A7-4541-B0A0-4FC99C1ED5FF}" type="presOf" srcId="{2CE27D63-4EAA-2A41-9987-30945F5A1726}" destId="{7523C740-2002-4C47-8F73-357C87CC749A}" srcOrd="0" destOrd="0" presId="urn:microsoft.com/office/officeart/2008/layout/LinedList"/>
    <dgm:cxn modelId="{4E2ECED0-43A3-6E4E-831E-ED36AD170CCC}" srcId="{D808D536-257E-CC45-8229-C3C3B7B69E2D}" destId="{1510CBEB-8D54-F048-9FFA-C5E1167E0B87}" srcOrd="1" destOrd="0" parTransId="{A6476CDD-1727-6C49-9B15-EDDE1AE679C3}" sibTransId="{3AC2D435-25A8-5442-9510-ABF76FB42CD7}"/>
    <dgm:cxn modelId="{213B74D8-5D27-AB41-97CD-177022DC9FDE}" type="presOf" srcId="{D808D536-257E-CC45-8229-C3C3B7B69E2D}" destId="{D0A4384D-627F-5048-B912-83D260D47B27}" srcOrd="0" destOrd="0" presId="urn:microsoft.com/office/officeart/2008/layout/LinedList"/>
    <dgm:cxn modelId="{422FEBEC-6C38-FD47-9E6B-C2DB82952BDF}" type="presOf" srcId="{1510CBEB-8D54-F048-9FFA-C5E1167E0B87}" destId="{6B9ED898-7BA7-0E41-8C93-DECFFEAE271A}" srcOrd="0" destOrd="0" presId="urn:microsoft.com/office/officeart/2008/layout/LinedList"/>
    <dgm:cxn modelId="{8696AEFE-A2E9-5B4D-8A9A-5EA9BBB21B9B}" type="presOf" srcId="{235039AB-6B6E-F942-8F78-A8B3CD782E8C}" destId="{A60140A0-412F-424D-A16F-1F5B5ECC05D6}" srcOrd="0" destOrd="0" presId="urn:microsoft.com/office/officeart/2008/layout/LinedList"/>
    <dgm:cxn modelId="{C52016F2-CED4-BC44-8165-B8C8A5062F0B}" type="presParOf" srcId="{D0A4384D-627F-5048-B912-83D260D47B27}" destId="{CAD157E0-8694-4C40-B8E8-84CB6BBE8588}" srcOrd="0" destOrd="0" presId="urn:microsoft.com/office/officeart/2008/layout/LinedList"/>
    <dgm:cxn modelId="{A7A8E91E-2290-D94B-98C8-D50BE38D877F}" type="presParOf" srcId="{D0A4384D-627F-5048-B912-83D260D47B27}" destId="{8540663A-0151-B744-A202-A50F8B1E9FED}" srcOrd="1" destOrd="0" presId="urn:microsoft.com/office/officeart/2008/layout/LinedList"/>
    <dgm:cxn modelId="{6281FA19-21FB-E847-9180-ACF5AF4F05C6}" type="presParOf" srcId="{8540663A-0151-B744-A202-A50F8B1E9FED}" destId="{A60140A0-412F-424D-A16F-1F5B5ECC05D6}" srcOrd="0" destOrd="0" presId="urn:microsoft.com/office/officeart/2008/layout/LinedList"/>
    <dgm:cxn modelId="{9377F10D-C9B5-CD44-838D-3E5B9B62F9D0}" type="presParOf" srcId="{8540663A-0151-B744-A202-A50F8B1E9FED}" destId="{D8990366-AAB4-A043-84E4-B0D0CBB85101}" srcOrd="1" destOrd="0" presId="urn:microsoft.com/office/officeart/2008/layout/LinedList"/>
    <dgm:cxn modelId="{CE052596-A44A-AB43-B6AE-C39AE39EF166}" type="presParOf" srcId="{D0A4384D-627F-5048-B912-83D260D47B27}" destId="{858E611F-8C94-C143-89FF-FE8655F40837}" srcOrd="2" destOrd="0" presId="urn:microsoft.com/office/officeart/2008/layout/LinedList"/>
    <dgm:cxn modelId="{DDA52D5A-1273-EE47-9593-02D8FFA4A25E}" type="presParOf" srcId="{D0A4384D-627F-5048-B912-83D260D47B27}" destId="{4A766619-874A-B54C-882C-19EBC2EB7499}" srcOrd="3" destOrd="0" presId="urn:microsoft.com/office/officeart/2008/layout/LinedList"/>
    <dgm:cxn modelId="{89B6B270-DA24-5349-8EDA-43C269C466C4}" type="presParOf" srcId="{4A766619-874A-B54C-882C-19EBC2EB7499}" destId="{6B9ED898-7BA7-0E41-8C93-DECFFEAE271A}" srcOrd="0" destOrd="0" presId="urn:microsoft.com/office/officeart/2008/layout/LinedList"/>
    <dgm:cxn modelId="{8F4B68EC-1D73-3B41-B660-3A0A7A99D2C6}" type="presParOf" srcId="{4A766619-874A-B54C-882C-19EBC2EB7499}" destId="{23F50585-2A4F-C744-BE66-F787CCC4838F}" srcOrd="1" destOrd="0" presId="urn:microsoft.com/office/officeart/2008/layout/LinedList"/>
    <dgm:cxn modelId="{834018D6-ABE2-AE4B-9CBF-A7439C919FA7}" type="presParOf" srcId="{D0A4384D-627F-5048-B912-83D260D47B27}" destId="{4C2AABB4-5F26-B441-911E-A5CF32E74288}" srcOrd="4" destOrd="0" presId="urn:microsoft.com/office/officeart/2008/layout/LinedList"/>
    <dgm:cxn modelId="{82577D3F-9A59-BA44-8AF5-0A49471F87C5}" type="presParOf" srcId="{D0A4384D-627F-5048-B912-83D260D47B27}" destId="{B07BB5B3-9971-BA46-B4AA-49AFB90BA317}" srcOrd="5" destOrd="0" presId="urn:microsoft.com/office/officeart/2008/layout/LinedList"/>
    <dgm:cxn modelId="{278AB460-81C6-0A4D-B12E-6E94AAF66562}" type="presParOf" srcId="{B07BB5B3-9971-BA46-B4AA-49AFB90BA317}" destId="{7523C740-2002-4C47-8F73-357C87CC749A}" srcOrd="0" destOrd="0" presId="urn:microsoft.com/office/officeart/2008/layout/LinedList"/>
    <dgm:cxn modelId="{9259D3A7-C32A-F048-A266-91889E67108A}" type="presParOf" srcId="{B07BB5B3-9971-BA46-B4AA-49AFB90BA317}" destId="{D3F0A3C8-2A24-8D47-9E5B-D34A9FFAFF7C}" srcOrd="1" destOrd="0" presId="urn:microsoft.com/office/officeart/2008/layout/LinedList"/>
    <dgm:cxn modelId="{DDD237B9-3520-724B-9EE4-083C56516906}" type="presParOf" srcId="{D0A4384D-627F-5048-B912-83D260D47B27}" destId="{152F9B3B-6DD3-4949-A230-F2DDF4A06948}" srcOrd="6" destOrd="0" presId="urn:microsoft.com/office/officeart/2008/layout/LinedList"/>
    <dgm:cxn modelId="{8215FAA4-4C3C-FB49-AF7B-077C6C28B9C2}" type="presParOf" srcId="{D0A4384D-627F-5048-B912-83D260D47B27}" destId="{467DB9E1-932C-D44E-98CE-F2D07AF68DC5}" srcOrd="7" destOrd="0" presId="urn:microsoft.com/office/officeart/2008/layout/LinedList"/>
    <dgm:cxn modelId="{310E768A-E01A-654F-89CE-97E87EDBB761}" type="presParOf" srcId="{467DB9E1-932C-D44E-98CE-F2D07AF68DC5}" destId="{5794E0FE-5489-5949-9B1D-F2FD3F55A5D2}" srcOrd="0" destOrd="0" presId="urn:microsoft.com/office/officeart/2008/layout/LinedList"/>
    <dgm:cxn modelId="{59032566-E4FB-4845-A54B-DBF21ABBF70B}" type="presParOf" srcId="{467DB9E1-932C-D44E-98CE-F2D07AF68DC5}" destId="{140DA5D2-4E20-E740-A152-48D40EB70CB7}" srcOrd="1" destOrd="0" presId="urn:microsoft.com/office/officeart/2008/layout/LinedList"/>
  </dgm:cxnLst>
  <dgm:bg>
    <a:solidFill>
      <a:schemeClr val="bg1"/>
    </a:solidFill>
  </dgm:bg>
  <dgm:whole>
    <a:ln w="15875">
      <a:solidFill>
        <a:schemeClr val="accent6">
          <a:lumMod val="5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B39E2-2F85-C749-B790-B342A59EA680}" type="doc">
      <dgm:prSet loTypeId="urn:microsoft.com/office/officeart/2008/layout/VerticalCurvedList" loCatId="" qsTypeId="urn:microsoft.com/office/officeart/2005/8/quickstyle/simple1" qsCatId="simple" csTypeId="urn:microsoft.com/office/officeart/2005/8/colors/accent6_2" csCatId="accent6" phldr="1"/>
      <dgm:spPr/>
      <dgm:t>
        <a:bodyPr/>
        <a:lstStyle/>
        <a:p>
          <a:endParaRPr lang="en-US"/>
        </a:p>
      </dgm:t>
    </dgm:pt>
    <dgm:pt modelId="{7303DF22-BDC4-C648-8510-FC38F67479A4}">
      <dgm:prSet phldrT="[Text]"/>
      <dgm:spPr/>
      <dgm:t>
        <a:bodyPr/>
        <a:lstStyle/>
        <a:p>
          <a:r>
            <a:rPr lang="en-US"/>
            <a:t>Full stack development is the process of designing, creating, testing, and deploying a complete web application from start to finish.</a:t>
          </a:r>
        </a:p>
        <a:p>
          <a:r>
            <a:rPr lang="en-US"/>
            <a:t>全端開發是從頭到尾設計</a:t>
          </a:r>
          <a:r>
            <a:rPr lang="zh-TW" altLang="en-US"/>
            <a:t>，創建，測試以及部署完整網頁或是行動應用程式的過程</a:t>
          </a:r>
          <a:endParaRPr lang="en-US" dirty="0"/>
        </a:p>
      </dgm:t>
    </dgm:pt>
    <dgm:pt modelId="{182771C6-8B80-A042-82A3-B8FC7F9E962D}" type="parTrans" cxnId="{975F756A-B5AB-FC45-90BD-490D513A7665}">
      <dgm:prSet/>
      <dgm:spPr/>
      <dgm:t>
        <a:bodyPr/>
        <a:lstStyle/>
        <a:p>
          <a:endParaRPr lang="en-US"/>
        </a:p>
      </dgm:t>
    </dgm:pt>
    <dgm:pt modelId="{65D5D877-F810-F14B-92A4-F0DE47B69D19}" type="sibTrans" cxnId="{975F756A-B5AB-FC45-90BD-490D513A7665}">
      <dgm:prSet/>
      <dgm:spPr/>
      <dgm:t>
        <a:bodyPr/>
        <a:lstStyle/>
        <a:p>
          <a:endParaRPr lang="en-US"/>
        </a:p>
      </dgm:t>
    </dgm:pt>
    <dgm:pt modelId="{29885E07-4EED-1B4F-8D0A-050C28CA73DA}">
      <dgm:prSet phldrT="[Text]"/>
      <dgm:spPr/>
      <dgm:t>
        <a:bodyPr/>
        <a:lstStyle/>
        <a:p>
          <a:r>
            <a:rPr lang="en-US" altLang="ja-JP" dirty="0"/>
            <a:t>Full stack development is a term used to describe a software engineer or developer who works with both the front and back end of a website or application</a:t>
          </a:r>
        </a:p>
        <a:p>
          <a:r>
            <a:rPr lang="ja-JP" altLang="en-US"/>
            <a:t>全端開發是用來描述一位同時負責網站或應用程式前端與後端的軟體工程師或開發人員的術語。</a:t>
          </a:r>
          <a:endParaRPr lang="en-US" dirty="0"/>
        </a:p>
      </dgm:t>
    </dgm:pt>
    <dgm:pt modelId="{61F86226-5E7B-CB48-A92D-0B149C1E4F66}" type="parTrans" cxnId="{10BD6D98-4C49-A044-AB74-19F44836FADA}">
      <dgm:prSet/>
      <dgm:spPr/>
      <dgm:t>
        <a:bodyPr/>
        <a:lstStyle/>
        <a:p>
          <a:endParaRPr lang="en-US"/>
        </a:p>
      </dgm:t>
    </dgm:pt>
    <dgm:pt modelId="{D61302C6-3404-7F4C-BC93-F4A8C272E1A4}" type="sibTrans" cxnId="{10BD6D98-4C49-A044-AB74-19F44836FADA}">
      <dgm:prSet/>
      <dgm:spPr/>
      <dgm:t>
        <a:bodyPr/>
        <a:lstStyle/>
        <a:p>
          <a:endParaRPr lang="en-US"/>
        </a:p>
      </dgm:t>
    </dgm:pt>
    <dgm:pt modelId="{95684CBD-16AF-054D-A153-D0BA91FAC046}">
      <dgm:prSet phldrT="[Text]"/>
      <dgm:spPr/>
      <dgm:t>
        <a:bodyPr/>
        <a:lstStyle/>
        <a:p>
          <a:r>
            <a:rPr lang="en-US" altLang="ja-JP" dirty="0"/>
            <a:t>A full-stack developer is comfortable working with front-end and back-end technologies that power a website or application</a:t>
          </a:r>
        </a:p>
        <a:p>
          <a:r>
            <a:rPr lang="ja-JP" altLang="en-US"/>
            <a:t>全端開發人員能夠熟練地使用驅動網站／行動應用程式的前端與後端技術。</a:t>
          </a:r>
          <a:endParaRPr lang="en-US" dirty="0"/>
        </a:p>
      </dgm:t>
    </dgm:pt>
    <dgm:pt modelId="{1B9134F0-E0E2-304C-BB2C-3A92A3E69F5B}" type="parTrans" cxnId="{A191DCB3-0469-DC49-87F4-6B60327458AB}">
      <dgm:prSet/>
      <dgm:spPr/>
      <dgm:t>
        <a:bodyPr/>
        <a:lstStyle/>
        <a:p>
          <a:endParaRPr lang="en-US"/>
        </a:p>
      </dgm:t>
    </dgm:pt>
    <dgm:pt modelId="{0C120CB9-A901-DF44-8DE3-0AEAA8D2179A}" type="sibTrans" cxnId="{A191DCB3-0469-DC49-87F4-6B60327458AB}">
      <dgm:prSet/>
      <dgm:spPr/>
      <dgm:t>
        <a:bodyPr/>
        <a:lstStyle/>
        <a:p>
          <a:endParaRPr lang="en-US"/>
        </a:p>
      </dgm:t>
    </dgm:pt>
    <dgm:pt modelId="{08D4E120-B6AF-264C-A7A6-470052A94D87}">
      <dgm:prSet phldrT="[Text]"/>
      <dgm:spPr/>
      <dgm:t>
        <a:bodyPr/>
        <a:lstStyle/>
        <a:p>
          <a:r>
            <a:rPr lang="en-US" altLang="ja-JP" dirty="0"/>
            <a:t>It involves working with various technologies and tools, including front-end web/mobile development, back-end development, and database development.</a:t>
          </a:r>
        </a:p>
        <a:p>
          <a:r>
            <a:rPr lang="ja-JP" altLang="en-US"/>
            <a:t>它涉及使用各種技術與工具，包括前端的網頁／行動開發、後端的商業邏輯以及資料庫開發。</a:t>
          </a:r>
          <a:endParaRPr lang="en-US" dirty="0"/>
        </a:p>
      </dgm:t>
    </dgm:pt>
    <dgm:pt modelId="{763EB1B1-9EE2-7344-8F09-09018CB41DAB}" type="sibTrans" cxnId="{F2D5C7B4-A3A6-A446-91E4-8AB8C999F7AC}">
      <dgm:prSet/>
      <dgm:spPr/>
      <dgm:t>
        <a:bodyPr/>
        <a:lstStyle/>
        <a:p>
          <a:endParaRPr lang="en-US"/>
        </a:p>
      </dgm:t>
    </dgm:pt>
    <dgm:pt modelId="{D0B38225-434C-3F4E-BFE4-AF9A14E992B7}" type="parTrans" cxnId="{F2D5C7B4-A3A6-A446-91E4-8AB8C999F7AC}">
      <dgm:prSet/>
      <dgm:spPr/>
      <dgm:t>
        <a:bodyPr/>
        <a:lstStyle/>
        <a:p>
          <a:endParaRPr lang="en-US"/>
        </a:p>
      </dgm:t>
    </dgm:pt>
    <dgm:pt modelId="{B389F682-8517-ED47-893F-AA2D25ADC602}" type="pres">
      <dgm:prSet presAssocID="{38CB39E2-2F85-C749-B790-B342A59EA680}" presName="Name0" presStyleCnt="0">
        <dgm:presLayoutVars>
          <dgm:chMax val="7"/>
          <dgm:chPref val="7"/>
          <dgm:dir/>
        </dgm:presLayoutVars>
      </dgm:prSet>
      <dgm:spPr/>
    </dgm:pt>
    <dgm:pt modelId="{B57DAFAD-7A78-6641-98F8-1865D18231B2}" type="pres">
      <dgm:prSet presAssocID="{38CB39E2-2F85-C749-B790-B342A59EA680}" presName="Name1" presStyleCnt="0"/>
      <dgm:spPr/>
    </dgm:pt>
    <dgm:pt modelId="{A2BA5BDE-DA9A-7740-93EB-367FD59815EA}" type="pres">
      <dgm:prSet presAssocID="{38CB39E2-2F85-C749-B790-B342A59EA680}" presName="cycle" presStyleCnt="0"/>
      <dgm:spPr/>
    </dgm:pt>
    <dgm:pt modelId="{DF16C0D0-72AC-0E4F-8056-63F3E0536249}" type="pres">
      <dgm:prSet presAssocID="{38CB39E2-2F85-C749-B790-B342A59EA680}" presName="srcNode" presStyleLbl="node1" presStyleIdx="0" presStyleCnt="4"/>
      <dgm:spPr/>
    </dgm:pt>
    <dgm:pt modelId="{885AC343-3BE3-FC4E-918A-F5B6695B2576}" type="pres">
      <dgm:prSet presAssocID="{38CB39E2-2F85-C749-B790-B342A59EA680}" presName="conn" presStyleLbl="parChTrans1D2" presStyleIdx="0" presStyleCnt="1"/>
      <dgm:spPr/>
    </dgm:pt>
    <dgm:pt modelId="{79DC2790-4C6A-794D-8C35-6F89DE0E8119}" type="pres">
      <dgm:prSet presAssocID="{38CB39E2-2F85-C749-B790-B342A59EA680}" presName="extraNode" presStyleLbl="node1" presStyleIdx="0" presStyleCnt="4"/>
      <dgm:spPr/>
    </dgm:pt>
    <dgm:pt modelId="{6CC73EF6-D727-EB4C-8ABA-903976C3FE0D}" type="pres">
      <dgm:prSet presAssocID="{38CB39E2-2F85-C749-B790-B342A59EA680}" presName="dstNode" presStyleLbl="node1" presStyleIdx="0" presStyleCnt="4"/>
      <dgm:spPr/>
    </dgm:pt>
    <dgm:pt modelId="{2C3E3AA5-2DA3-E746-A3D7-965118BC3974}" type="pres">
      <dgm:prSet presAssocID="{7303DF22-BDC4-C648-8510-FC38F67479A4}" presName="text_1" presStyleLbl="node1" presStyleIdx="0" presStyleCnt="4">
        <dgm:presLayoutVars>
          <dgm:bulletEnabled val="1"/>
        </dgm:presLayoutVars>
      </dgm:prSet>
      <dgm:spPr/>
    </dgm:pt>
    <dgm:pt modelId="{4B3D6C70-6519-9E4F-93A4-8D8887B5DF7E}" type="pres">
      <dgm:prSet presAssocID="{7303DF22-BDC4-C648-8510-FC38F67479A4}" presName="accent_1" presStyleCnt="0"/>
      <dgm:spPr/>
    </dgm:pt>
    <dgm:pt modelId="{8369352A-4B9D-054F-A645-030F16AF6296}" type="pres">
      <dgm:prSet presAssocID="{7303DF22-BDC4-C648-8510-FC38F67479A4}" presName="accentRepeatNode" presStyleLbl="solidFgAcc1" presStyleIdx="0" presStyleCnt="4"/>
      <dgm:spPr/>
    </dgm:pt>
    <dgm:pt modelId="{DB81D649-A905-8842-BD57-D1BB2871717D}" type="pres">
      <dgm:prSet presAssocID="{08D4E120-B6AF-264C-A7A6-470052A94D87}" presName="text_2" presStyleLbl="node1" presStyleIdx="1" presStyleCnt="4">
        <dgm:presLayoutVars>
          <dgm:bulletEnabled val="1"/>
        </dgm:presLayoutVars>
      </dgm:prSet>
      <dgm:spPr/>
    </dgm:pt>
    <dgm:pt modelId="{C534F9EF-A17F-BF4E-BA28-AACD455E3353}" type="pres">
      <dgm:prSet presAssocID="{08D4E120-B6AF-264C-A7A6-470052A94D87}" presName="accent_2" presStyleCnt="0"/>
      <dgm:spPr/>
    </dgm:pt>
    <dgm:pt modelId="{D8F81152-B7BF-A34F-AB53-7DE5FF9EDDFE}" type="pres">
      <dgm:prSet presAssocID="{08D4E120-B6AF-264C-A7A6-470052A94D87}" presName="accentRepeatNode" presStyleLbl="solidFgAcc1" presStyleIdx="1" presStyleCnt="4"/>
      <dgm:spPr/>
    </dgm:pt>
    <dgm:pt modelId="{7495A742-1012-8344-B56C-470D619CE5C1}" type="pres">
      <dgm:prSet presAssocID="{29885E07-4EED-1B4F-8D0A-050C28CA73DA}" presName="text_3" presStyleLbl="node1" presStyleIdx="2" presStyleCnt="4">
        <dgm:presLayoutVars>
          <dgm:bulletEnabled val="1"/>
        </dgm:presLayoutVars>
      </dgm:prSet>
      <dgm:spPr/>
    </dgm:pt>
    <dgm:pt modelId="{53F671D2-2256-4F43-9CE9-209E7758BDB2}" type="pres">
      <dgm:prSet presAssocID="{29885E07-4EED-1B4F-8D0A-050C28CA73DA}" presName="accent_3" presStyleCnt="0"/>
      <dgm:spPr/>
    </dgm:pt>
    <dgm:pt modelId="{EAEE0019-BB20-994C-B571-F02BC19A51AC}" type="pres">
      <dgm:prSet presAssocID="{29885E07-4EED-1B4F-8D0A-050C28CA73DA}" presName="accentRepeatNode" presStyleLbl="solidFgAcc1" presStyleIdx="2" presStyleCnt="4"/>
      <dgm:spPr/>
    </dgm:pt>
    <dgm:pt modelId="{DC99636B-52B7-C04D-A2FA-4C02225ECD69}" type="pres">
      <dgm:prSet presAssocID="{95684CBD-16AF-054D-A153-D0BA91FAC046}" presName="text_4" presStyleLbl="node1" presStyleIdx="3" presStyleCnt="4">
        <dgm:presLayoutVars>
          <dgm:bulletEnabled val="1"/>
        </dgm:presLayoutVars>
      </dgm:prSet>
      <dgm:spPr/>
    </dgm:pt>
    <dgm:pt modelId="{03EC9798-B485-6C4C-B94F-9DE7AA8FC5CF}" type="pres">
      <dgm:prSet presAssocID="{95684CBD-16AF-054D-A153-D0BA91FAC046}" presName="accent_4" presStyleCnt="0"/>
      <dgm:spPr/>
    </dgm:pt>
    <dgm:pt modelId="{77D81F01-9338-DF49-932A-15DA0107E3A2}" type="pres">
      <dgm:prSet presAssocID="{95684CBD-16AF-054D-A153-D0BA91FAC046}" presName="accentRepeatNode" presStyleLbl="solidFgAcc1" presStyleIdx="3" presStyleCnt="4"/>
      <dgm:spPr/>
    </dgm:pt>
  </dgm:ptLst>
  <dgm:cxnLst>
    <dgm:cxn modelId="{7F30E32E-601F-D24C-B808-FE5E0B28A3B6}" type="presOf" srcId="{7303DF22-BDC4-C648-8510-FC38F67479A4}" destId="{2C3E3AA5-2DA3-E746-A3D7-965118BC3974}" srcOrd="0" destOrd="0" presId="urn:microsoft.com/office/officeart/2008/layout/VerticalCurvedList"/>
    <dgm:cxn modelId="{C691D739-12C2-5A47-B6E5-9AD1E5D655F7}" type="presOf" srcId="{95684CBD-16AF-054D-A153-D0BA91FAC046}" destId="{DC99636B-52B7-C04D-A2FA-4C02225ECD69}" srcOrd="0" destOrd="0" presId="urn:microsoft.com/office/officeart/2008/layout/VerticalCurvedList"/>
    <dgm:cxn modelId="{AE95BB5D-5C31-AC4E-A07D-8EB18FF0EA91}" type="presOf" srcId="{38CB39E2-2F85-C749-B790-B342A59EA680}" destId="{B389F682-8517-ED47-893F-AA2D25ADC602}" srcOrd="0" destOrd="0" presId="urn:microsoft.com/office/officeart/2008/layout/VerticalCurvedList"/>
    <dgm:cxn modelId="{975F756A-B5AB-FC45-90BD-490D513A7665}" srcId="{38CB39E2-2F85-C749-B790-B342A59EA680}" destId="{7303DF22-BDC4-C648-8510-FC38F67479A4}" srcOrd="0" destOrd="0" parTransId="{182771C6-8B80-A042-82A3-B8FC7F9E962D}" sibTransId="{65D5D877-F810-F14B-92A4-F0DE47B69D19}"/>
    <dgm:cxn modelId="{10BD6D98-4C49-A044-AB74-19F44836FADA}" srcId="{38CB39E2-2F85-C749-B790-B342A59EA680}" destId="{29885E07-4EED-1B4F-8D0A-050C28CA73DA}" srcOrd="2" destOrd="0" parTransId="{61F86226-5E7B-CB48-A92D-0B149C1E4F66}" sibTransId="{D61302C6-3404-7F4C-BC93-F4A8C272E1A4}"/>
    <dgm:cxn modelId="{853904A4-3347-3146-AE02-00588E8570ED}" type="presOf" srcId="{08D4E120-B6AF-264C-A7A6-470052A94D87}" destId="{DB81D649-A905-8842-BD57-D1BB2871717D}" srcOrd="0" destOrd="0" presId="urn:microsoft.com/office/officeart/2008/layout/VerticalCurvedList"/>
    <dgm:cxn modelId="{6275B7AC-27B9-8E45-ADEE-8984775DFC5F}" type="presOf" srcId="{65D5D877-F810-F14B-92A4-F0DE47B69D19}" destId="{885AC343-3BE3-FC4E-918A-F5B6695B2576}" srcOrd="0" destOrd="0" presId="urn:microsoft.com/office/officeart/2008/layout/VerticalCurvedList"/>
    <dgm:cxn modelId="{F62B38AF-77A6-0C47-AF27-78CF33B7C51F}" type="presOf" srcId="{29885E07-4EED-1B4F-8D0A-050C28CA73DA}" destId="{7495A742-1012-8344-B56C-470D619CE5C1}" srcOrd="0" destOrd="0" presId="urn:microsoft.com/office/officeart/2008/layout/VerticalCurvedList"/>
    <dgm:cxn modelId="{A191DCB3-0469-DC49-87F4-6B60327458AB}" srcId="{38CB39E2-2F85-C749-B790-B342A59EA680}" destId="{95684CBD-16AF-054D-A153-D0BA91FAC046}" srcOrd="3" destOrd="0" parTransId="{1B9134F0-E0E2-304C-BB2C-3A92A3E69F5B}" sibTransId="{0C120CB9-A901-DF44-8DE3-0AEAA8D2179A}"/>
    <dgm:cxn modelId="{F2D5C7B4-A3A6-A446-91E4-8AB8C999F7AC}" srcId="{38CB39E2-2F85-C749-B790-B342A59EA680}" destId="{08D4E120-B6AF-264C-A7A6-470052A94D87}" srcOrd="1" destOrd="0" parTransId="{D0B38225-434C-3F4E-BFE4-AF9A14E992B7}" sibTransId="{763EB1B1-9EE2-7344-8F09-09018CB41DAB}"/>
    <dgm:cxn modelId="{DEC5C704-11D2-C245-91D8-0013421BE7E0}" type="presParOf" srcId="{B389F682-8517-ED47-893F-AA2D25ADC602}" destId="{B57DAFAD-7A78-6641-98F8-1865D18231B2}" srcOrd="0" destOrd="0" presId="urn:microsoft.com/office/officeart/2008/layout/VerticalCurvedList"/>
    <dgm:cxn modelId="{3F525999-43A0-CA4F-9EAF-6ACE9F54BC7E}" type="presParOf" srcId="{B57DAFAD-7A78-6641-98F8-1865D18231B2}" destId="{A2BA5BDE-DA9A-7740-93EB-367FD59815EA}" srcOrd="0" destOrd="0" presId="urn:microsoft.com/office/officeart/2008/layout/VerticalCurvedList"/>
    <dgm:cxn modelId="{E05A3330-40AA-374B-8CEF-5F9DAB22466B}" type="presParOf" srcId="{A2BA5BDE-DA9A-7740-93EB-367FD59815EA}" destId="{DF16C0D0-72AC-0E4F-8056-63F3E0536249}" srcOrd="0" destOrd="0" presId="urn:microsoft.com/office/officeart/2008/layout/VerticalCurvedList"/>
    <dgm:cxn modelId="{CF62981A-8393-1241-8FCD-64DC75EF60A3}" type="presParOf" srcId="{A2BA5BDE-DA9A-7740-93EB-367FD59815EA}" destId="{885AC343-3BE3-FC4E-918A-F5B6695B2576}" srcOrd="1" destOrd="0" presId="urn:microsoft.com/office/officeart/2008/layout/VerticalCurvedList"/>
    <dgm:cxn modelId="{F4BECBC9-4C8B-264B-B86D-B1916728F205}" type="presParOf" srcId="{A2BA5BDE-DA9A-7740-93EB-367FD59815EA}" destId="{79DC2790-4C6A-794D-8C35-6F89DE0E8119}" srcOrd="2" destOrd="0" presId="urn:microsoft.com/office/officeart/2008/layout/VerticalCurvedList"/>
    <dgm:cxn modelId="{7F1A9297-AF7E-414F-BA4B-F459525B88A4}" type="presParOf" srcId="{A2BA5BDE-DA9A-7740-93EB-367FD59815EA}" destId="{6CC73EF6-D727-EB4C-8ABA-903976C3FE0D}" srcOrd="3" destOrd="0" presId="urn:microsoft.com/office/officeart/2008/layout/VerticalCurvedList"/>
    <dgm:cxn modelId="{53D9E5C0-4B66-354C-B88C-6CD8D030B495}" type="presParOf" srcId="{B57DAFAD-7A78-6641-98F8-1865D18231B2}" destId="{2C3E3AA5-2DA3-E746-A3D7-965118BC3974}" srcOrd="1" destOrd="0" presId="urn:microsoft.com/office/officeart/2008/layout/VerticalCurvedList"/>
    <dgm:cxn modelId="{10CA7E95-4D77-3642-ABBF-1A5DCBE23B4C}" type="presParOf" srcId="{B57DAFAD-7A78-6641-98F8-1865D18231B2}" destId="{4B3D6C70-6519-9E4F-93A4-8D8887B5DF7E}" srcOrd="2" destOrd="0" presId="urn:microsoft.com/office/officeart/2008/layout/VerticalCurvedList"/>
    <dgm:cxn modelId="{D3B2BD11-1C96-C049-915E-EAE8A0EACEA9}" type="presParOf" srcId="{4B3D6C70-6519-9E4F-93A4-8D8887B5DF7E}" destId="{8369352A-4B9D-054F-A645-030F16AF6296}" srcOrd="0" destOrd="0" presId="urn:microsoft.com/office/officeart/2008/layout/VerticalCurvedList"/>
    <dgm:cxn modelId="{51A82592-2B68-874C-926E-7806A8B51C7E}" type="presParOf" srcId="{B57DAFAD-7A78-6641-98F8-1865D18231B2}" destId="{DB81D649-A905-8842-BD57-D1BB2871717D}" srcOrd="3" destOrd="0" presId="urn:microsoft.com/office/officeart/2008/layout/VerticalCurvedList"/>
    <dgm:cxn modelId="{DB0374E5-B9CE-8445-9306-48E54C0ED767}" type="presParOf" srcId="{B57DAFAD-7A78-6641-98F8-1865D18231B2}" destId="{C534F9EF-A17F-BF4E-BA28-AACD455E3353}" srcOrd="4" destOrd="0" presId="urn:microsoft.com/office/officeart/2008/layout/VerticalCurvedList"/>
    <dgm:cxn modelId="{C1279453-8FF3-1D44-91C2-0C58EACAD99C}" type="presParOf" srcId="{C534F9EF-A17F-BF4E-BA28-AACD455E3353}" destId="{D8F81152-B7BF-A34F-AB53-7DE5FF9EDDFE}" srcOrd="0" destOrd="0" presId="urn:microsoft.com/office/officeart/2008/layout/VerticalCurvedList"/>
    <dgm:cxn modelId="{84E65CA3-DB01-F841-BE56-30B6C8A5A3A5}" type="presParOf" srcId="{B57DAFAD-7A78-6641-98F8-1865D18231B2}" destId="{7495A742-1012-8344-B56C-470D619CE5C1}" srcOrd="5" destOrd="0" presId="urn:microsoft.com/office/officeart/2008/layout/VerticalCurvedList"/>
    <dgm:cxn modelId="{08FE37D3-BEF9-8A4D-AEA3-D26ABF33107F}" type="presParOf" srcId="{B57DAFAD-7A78-6641-98F8-1865D18231B2}" destId="{53F671D2-2256-4F43-9CE9-209E7758BDB2}" srcOrd="6" destOrd="0" presId="urn:microsoft.com/office/officeart/2008/layout/VerticalCurvedList"/>
    <dgm:cxn modelId="{6E5BF959-9219-6043-924E-2B456B15BC08}" type="presParOf" srcId="{53F671D2-2256-4F43-9CE9-209E7758BDB2}" destId="{EAEE0019-BB20-994C-B571-F02BC19A51AC}" srcOrd="0" destOrd="0" presId="urn:microsoft.com/office/officeart/2008/layout/VerticalCurvedList"/>
    <dgm:cxn modelId="{460EE8F3-285C-EE40-8BBD-C6F21492C70F}" type="presParOf" srcId="{B57DAFAD-7A78-6641-98F8-1865D18231B2}" destId="{DC99636B-52B7-C04D-A2FA-4C02225ECD69}" srcOrd="7" destOrd="0" presId="urn:microsoft.com/office/officeart/2008/layout/VerticalCurvedList"/>
    <dgm:cxn modelId="{18186204-40C9-8A40-98D8-C1E1D30206C6}" type="presParOf" srcId="{B57DAFAD-7A78-6641-98F8-1865D18231B2}" destId="{03EC9798-B485-6C4C-B94F-9DE7AA8FC5CF}" srcOrd="8" destOrd="0" presId="urn:microsoft.com/office/officeart/2008/layout/VerticalCurvedList"/>
    <dgm:cxn modelId="{52E6AD53-BB01-CB46-9E91-F9E9844B7338}" type="presParOf" srcId="{03EC9798-B485-6C4C-B94F-9DE7AA8FC5CF}" destId="{77D81F01-9338-DF49-932A-15DA0107E3A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0EB193-CB55-1446-B6ED-0A5D8A89C012}" type="doc">
      <dgm:prSet loTypeId="urn:microsoft.com/office/officeart/2005/8/layout/vList5" loCatId="" qsTypeId="urn:microsoft.com/office/officeart/2005/8/quickstyle/simple1" qsCatId="simple" csTypeId="urn:microsoft.com/office/officeart/2005/8/colors/colorful5" csCatId="colorful" phldr="1"/>
      <dgm:spPr/>
      <dgm:t>
        <a:bodyPr/>
        <a:lstStyle/>
        <a:p>
          <a:endParaRPr lang="en-US"/>
        </a:p>
      </dgm:t>
    </dgm:pt>
    <dgm:pt modelId="{6CB06B22-FD2B-6A47-BF73-0A4BD39590D1}">
      <dgm:prSet phldrT="[Text]"/>
      <dgm:spPr/>
      <dgm:t>
        <a:bodyPr/>
        <a:lstStyle/>
        <a:p>
          <a:r>
            <a:rPr lang="en-US" dirty="0"/>
            <a:t>Front End Technologies / </a:t>
          </a:r>
          <a:r>
            <a:rPr lang="en-US" dirty="0" err="1"/>
            <a:t>前端技術</a:t>
          </a:r>
          <a:endParaRPr lang="en-US" dirty="0"/>
        </a:p>
      </dgm:t>
    </dgm:pt>
    <dgm:pt modelId="{25971489-C196-4A41-A380-B099DE70BDD6}" type="parTrans" cxnId="{5B1FF68A-FE08-AE44-AA85-9D166DDBC2C0}">
      <dgm:prSet/>
      <dgm:spPr/>
      <dgm:t>
        <a:bodyPr/>
        <a:lstStyle/>
        <a:p>
          <a:endParaRPr lang="en-US"/>
        </a:p>
      </dgm:t>
    </dgm:pt>
    <dgm:pt modelId="{E1AF8398-F1E1-634C-813B-DDA701A9674C}" type="sibTrans" cxnId="{5B1FF68A-FE08-AE44-AA85-9D166DDBC2C0}">
      <dgm:prSet/>
      <dgm:spPr/>
      <dgm:t>
        <a:bodyPr/>
        <a:lstStyle/>
        <a:p>
          <a:endParaRPr lang="en-US"/>
        </a:p>
      </dgm:t>
    </dgm:pt>
    <dgm:pt modelId="{8586DE7A-ECE8-624C-8A2E-8BE37C1703FF}">
      <dgm:prSet phldrT="[Text]"/>
      <dgm:spPr/>
      <dgm:t>
        <a:bodyPr/>
        <a:lstStyle/>
        <a:p>
          <a:r>
            <a:rPr lang="en-US" dirty="0"/>
            <a:t>Web Development /</a:t>
          </a:r>
          <a:r>
            <a:rPr lang="zh-TW" altLang="en-US" dirty="0"/>
            <a:t> 網頁開發</a:t>
          </a:r>
          <a:endParaRPr lang="en-US" dirty="0"/>
        </a:p>
      </dgm:t>
    </dgm:pt>
    <dgm:pt modelId="{732D1F83-2504-3C47-907C-6640A22EFD21}" type="parTrans" cxnId="{0DA6F44D-1B95-7942-A921-43EEE7C88449}">
      <dgm:prSet/>
      <dgm:spPr/>
      <dgm:t>
        <a:bodyPr/>
        <a:lstStyle/>
        <a:p>
          <a:endParaRPr lang="en-US"/>
        </a:p>
      </dgm:t>
    </dgm:pt>
    <dgm:pt modelId="{ADA8FBA2-856A-514A-BD90-BD48C8CE910F}" type="sibTrans" cxnId="{0DA6F44D-1B95-7942-A921-43EEE7C88449}">
      <dgm:prSet/>
      <dgm:spPr/>
      <dgm:t>
        <a:bodyPr/>
        <a:lstStyle/>
        <a:p>
          <a:endParaRPr lang="en-US"/>
        </a:p>
      </dgm:t>
    </dgm:pt>
    <dgm:pt modelId="{92D831D1-F020-A74E-9C3D-0FD0E278D144}">
      <dgm:prSet phldrT="[Text]"/>
      <dgm:spPr/>
      <dgm:t>
        <a:bodyPr/>
        <a:lstStyle/>
        <a:p>
          <a:r>
            <a:rPr lang="en-US" dirty="0"/>
            <a:t>HTML</a:t>
          </a:r>
        </a:p>
      </dgm:t>
    </dgm:pt>
    <dgm:pt modelId="{7A024AFE-8EDD-994E-86CB-343A8B7FA273}" type="parTrans" cxnId="{F1CFA02D-447D-7C40-9516-B28125661BD4}">
      <dgm:prSet/>
      <dgm:spPr/>
      <dgm:t>
        <a:bodyPr/>
        <a:lstStyle/>
        <a:p>
          <a:endParaRPr lang="en-US"/>
        </a:p>
      </dgm:t>
    </dgm:pt>
    <dgm:pt modelId="{77B16978-91E4-AF42-9F4E-46358FD036E1}" type="sibTrans" cxnId="{F1CFA02D-447D-7C40-9516-B28125661BD4}">
      <dgm:prSet/>
      <dgm:spPr/>
      <dgm:t>
        <a:bodyPr/>
        <a:lstStyle/>
        <a:p>
          <a:endParaRPr lang="en-US"/>
        </a:p>
      </dgm:t>
    </dgm:pt>
    <dgm:pt modelId="{397ABC5D-3754-1F4A-814C-4598CD9BC95D}">
      <dgm:prSet phldrT="[Text]"/>
      <dgm:spPr/>
      <dgm:t>
        <a:bodyPr/>
        <a:lstStyle/>
        <a:p>
          <a:r>
            <a:rPr lang="en-US" dirty="0"/>
            <a:t>iOS Development</a:t>
          </a:r>
          <a:r>
            <a:rPr lang="zh-TW" altLang="en-US" dirty="0"/>
            <a:t> </a:t>
          </a:r>
          <a:r>
            <a:rPr lang="en-US" altLang="zh-TW" dirty="0"/>
            <a:t>/</a:t>
          </a:r>
          <a:r>
            <a:rPr lang="zh-TW" altLang="en-US" dirty="0"/>
            <a:t> </a:t>
          </a:r>
          <a:r>
            <a:rPr lang="en-US" altLang="zh-TW" dirty="0"/>
            <a:t>iOS </a:t>
          </a:r>
          <a:r>
            <a:rPr lang="zh-TW" altLang="en-US" dirty="0"/>
            <a:t>開發</a:t>
          </a:r>
          <a:endParaRPr lang="en-US" dirty="0"/>
        </a:p>
      </dgm:t>
    </dgm:pt>
    <dgm:pt modelId="{8949B641-F52C-8848-96F9-79B5A9B56892}" type="parTrans" cxnId="{9E6AB209-D855-5946-BB03-898E05520F8C}">
      <dgm:prSet/>
      <dgm:spPr/>
      <dgm:t>
        <a:bodyPr/>
        <a:lstStyle/>
        <a:p>
          <a:endParaRPr lang="en-US"/>
        </a:p>
      </dgm:t>
    </dgm:pt>
    <dgm:pt modelId="{668C60D7-3A84-2846-8026-C4F3B7C13786}" type="sibTrans" cxnId="{9E6AB209-D855-5946-BB03-898E05520F8C}">
      <dgm:prSet/>
      <dgm:spPr/>
      <dgm:t>
        <a:bodyPr/>
        <a:lstStyle/>
        <a:p>
          <a:endParaRPr lang="en-US"/>
        </a:p>
      </dgm:t>
    </dgm:pt>
    <dgm:pt modelId="{B8AE105A-4697-CF47-B2D0-6F327010663F}">
      <dgm:prSet phldrT="[Text]"/>
      <dgm:spPr/>
      <dgm:t>
        <a:bodyPr/>
        <a:lstStyle/>
        <a:p>
          <a:r>
            <a:rPr lang="en-US" dirty="0"/>
            <a:t>CSS</a:t>
          </a:r>
        </a:p>
      </dgm:t>
    </dgm:pt>
    <dgm:pt modelId="{C983AA56-6877-634D-B011-B6CB75C64B5A}" type="parTrans" cxnId="{2A38BD81-5066-AA4A-90C1-037DA13A1A65}">
      <dgm:prSet/>
      <dgm:spPr/>
      <dgm:t>
        <a:bodyPr/>
        <a:lstStyle/>
        <a:p>
          <a:endParaRPr lang="en-US"/>
        </a:p>
      </dgm:t>
    </dgm:pt>
    <dgm:pt modelId="{88493ED9-FE97-9B47-8924-072B5535B413}" type="sibTrans" cxnId="{2A38BD81-5066-AA4A-90C1-037DA13A1A65}">
      <dgm:prSet/>
      <dgm:spPr/>
      <dgm:t>
        <a:bodyPr/>
        <a:lstStyle/>
        <a:p>
          <a:endParaRPr lang="en-US"/>
        </a:p>
      </dgm:t>
    </dgm:pt>
    <dgm:pt modelId="{FC75495B-D4B7-2447-94D6-B5AABF216DF4}">
      <dgm:prSet phldrT="[Text]"/>
      <dgm:spPr/>
      <dgm:t>
        <a:bodyPr/>
        <a:lstStyle/>
        <a:p>
          <a:r>
            <a:rPr lang="en-US" dirty="0"/>
            <a:t>JavaScript</a:t>
          </a:r>
        </a:p>
      </dgm:t>
    </dgm:pt>
    <dgm:pt modelId="{3A2DCF37-4373-3442-B9BD-5A53323E1DF5}" type="parTrans" cxnId="{DA5456AD-C7FA-F641-8926-6C727D0BDA55}">
      <dgm:prSet/>
      <dgm:spPr/>
      <dgm:t>
        <a:bodyPr/>
        <a:lstStyle/>
        <a:p>
          <a:endParaRPr lang="en-US"/>
        </a:p>
      </dgm:t>
    </dgm:pt>
    <dgm:pt modelId="{4495135F-B0E1-D746-9EEC-42E55EFA390E}" type="sibTrans" cxnId="{DA5456AD-C7FA-F641-8926-6C727D0BDA55}">
      <dgm:prSet/>
      <dgm:spPr/>
      <dgm:t>
        <a:bodyPr/>
        <a:lstStyle/>
        <a:p>
          <a:endParaRPr lang="en-US"/>
        </a:p>
      </dgm:t>
    </dgm:pt>
    <dgm:pt modelId="{8267B314-855A-BF43-B54A-6C44C014AF49}">
      <dgm:prSet phldrT="[Text]"/>
      <dgm:spPr/>
      <dgm:t>
        <a:bodyPr/>
        <a:lstStyle/>
        <a:p>
          <a:r>
            <a:rPr lang="en-US" dirty="0"/>
            <a:t>Swift - </a:t>
          </a:r>
          <a:r>
            <a:rPr lang="en-US" dirty="0" err="1"/>
            <a:t>XCode</a:t>
          </a:r>
          <a:endParaRPr lang="en-US" dirty="0"/>
        </a:p>
      </dgm:t>
    </dgm:pt>
    <dgm:pt modelId="{BF3671FE-4BA9-4340-88F0-BB02656F402F}" type="parTrans" cxnId="{851C0E76-F0B6-AA43-9E63-7E805D839BD1}">
      <dgm:prSet/>
      <dgm:spPr/>
      <dgm:t>
        <a:bodyPr/>
        <a:lstStyle/>
        <a:p>
          <a:endParaRPr lang="en-US"/>
        </a:p>
      </dgm:t>
    </dgm:pt>
    <dgm:pt modelId="{C5947CE6-63D8-8F4C-8EDD-F8AB3B13E156}" type="sibTrans" cxnId="{851C0E76-F0B6-AA43-9E63-7E805D839BD1}">
      <dgm:prSet/>
      <dgm:spPr/>
      <dgm:t>
        <a:bodyPr/>
        <a:lstStyle/>
        <a:p>
          <a:endParaRPr lang="en-US"/>
        </a:p>
      </dgm:t>
    </dgm:pt>
    <dgm:pt modelId="{0216F8F7-3C2A-FA42-8F2C-58387A28DADB}">
      <dgm:prSet phldrT="[Text]"/>
      <dgm:spPr/>
      <dgm:t>
        <a:bodyPr/>
        <a:lstStyle/>
        <a:p>
          <a:r>
            <a:rPr lang="en-US" dirty="0"/>
            <a:t>Android Development</a:t>
          </a:r>
        </a:p>
      </dgm:t>
    </dgm:pt>
    <dgm:pt modelId="{1A94105A-D113-8542-B1C1-28127BD521CA}" type="parTrans" cxnId="{A23F47B6-5400-E046-87DA-00D5ED6D77E9}">
      <dgm:prSet/>
      <dgm:spPr/>
      <dgm:t>
        <a:bodyPr/>
        <a:lstStyle/>
        <a:p>
          <a:endParaRPr lang="en-US"/>
        </a:p>
      </dgm:t>
    </dgm:pt>
    <dgm:pt modelId="{186B160D-00FB-804E-8C9E-F965C9B1AFBA}" type="sibTrans" cxnId="{A23F47B6-5400-E046-87DA-00D5ED6D77E9}">
      <dgm:prSet/>
      <dgm:spPr/>
      <dgm:t>
        <a:bodyPr/>
        <a:lstStyle/>
        <a:p>
          <a:endParaRPr lang="en-US"/>
        </a:p>
      </dgm:t>
    </dgm:pt>
    <dgm:pt modelId="{E9CB3F10-EAD6-4247-AC97-E7ACB152E897}">
      <dgm:prSet phldrT="[Text]"/>
      <dgm:spPr/>
      <dgm:t>
        <a:bodyPr/>
        <a:lstStyle/>
        <a:p>
          <a:r>
            <a:rPr lang="en-US" dirty="0"/>
            <a:t>Kotlin - Android Studio</a:t>
          </a:r>
        </a:p>
      </dgm:t>
    </dgm:pt>
    <dgm:pt modelId="{C9A61721-11B7-1747-8377-747B2E17EF61}" type="parTrans" cxnId="{48B9B7E7-606B-6A40-A569-212BB825F808}">
      <dgm:prSet/>
      <dgm:spPr/>
      <dgm:t>
        <a:bodyPr/>
        <a:lstStyle/>
        <a:p>
          <a:endParaRPr lang="en-US"/>
        </a:p>
      </dgm:t>
    </dgm:pt>
    <dgm:pt modelId="{1B50E75C-F837-AB44-8F6E-A727CAF67A54}" type="sibTrans" cxnId="{48B9B7E7-606B-6A40-A569-212BB825F808}">
      <dgm:prSet/>
      <dgm:spPr/>
      <dgm:t>
        <a:bodyPr/>
        <a:lstStyle/>
        <a:p>
          <a:endParaRPr lang="en-US"/>
        </a:p>
      </dgm:t>
    </dgm:pt>
    <dgm:pt modelId="{040C6BC1-097C-0F4C-8CA3-7C62FD1974CC}">
      <dgm:prSet phldrT="[Text]"/>
      <dgm:spPr/>
      <dgm:t>
        <a:bodyPr/>
        <a:lstStyle/>
        <a:p>
          <a:r>
            <a:rPr lang="en-US" dirty="0"/>
            <a:t>Back End Frameworks and Libraries </a:t>
          </a:r>
          <a:r>
            <a:rPr lang="en-US" dirty="0" err="1"/>
            <a:t>前端開發框架及資源</a:t>
          </a:r>
          <a:endParaRPr lang="en-US" dirty="0"/>
        </a:p>
      </dgm:t>
    </dgm:pt>
    <dgm:pt modelId="{CB8E82C7-55C2-0A43-A008-81FDA9DD4BBE}" type="parTrans" cxnId="{000665A3-F45C-EF43-AD60-33DF49DECBC1}">
      <dgm:prSet/>
      <dgm:spPr/>
      <dgm:t>
        <a:bodyPr/>
        <a:lstStyle/>
        <a:p>
          <a:endParaRPr lang="en-US"/>
        </a:p>
      </dgm:t>
    </dgm:pt>
    <dgm:pt modelId="{A64AF74F-01CF-2648-9F83-7F3631F569D1}" type="sibTrans" cxnId="{000665A3-F45C-EF43-AD60-33DF49DECBC1}">
      <dgm:prSet/>
      <dgm:spPr/>
    </dgm:pt>
    <dgm:pt modelId="{77AA516D-3A9C-B745-8411-09AD096894AD}">
      <dgm:prSet phldrT="[Text]"/>
      <dgm:spPr/>
      <dgm:t>
        <a:bodyPr/>
        <a:lstStyle/>
        <a:p>
          <a:r>
            <a:rPr lang="en-US" dirty="0"/>
            <a:t>ReactJS (TypeScript)</a:t>
          </a:r>
        </a:p>
      </dgm:t>
    </dgm:pt>
    <dgm:pt modelId="{9CC3AD14-F108-3045-B065-A2582B2CA402}" type="parTrans" cxnId="{BBD828DE-C0B6-114F-947E-6E8ECE40847D}">
      <dgm:prSet/>
      <dgm:spPr/>
      <dgm:t>
        <a:bodyPr/>
        <a:lstStyle/>
        <a:p>
          <a:endParaRPr lang="en-US"/>
        </a:p>
      </dgm:t>
    </dgm:pt>
    <dgm:pt modelId="{DC942C93-8465-8E4D-B0A9-9B91AEA55EBA}" type="sibTrans" cxnId="{BBD828DE-C0B6-114F-947E-6E8ECE40847D}">
      <dgm:prSet/>
      <dgm:spPr/>
      <dgm:t>
        <a:bodyPr/>
        <a:lstStyle/>
        <a:p>
          <a:endParaRPr lang="en-US"/>
        </a:p>
      </dgm:t>
    </dgm:pt>
    <dgm:pt modelId="{966AB9BE-E460-EC46-A322-E0F53DFA1D96}">
      <dgm:prSet phldrT="[Text]"/>
      <dgm:spPr/>
      <dgm:t>
        <a:bodyPr/>
        <a:lstStyle/>
        <a:p>
          <a:r>
            <a:rPr lang="en-US" dirty="0"/>
            <a:t>Bootstrap + template</a:t>
          </a:r>
        </a:p>
      </dgm:t>
    </dgm:pt>
    <dgm:pt modelId="{074FF8C9-A24F-524D-9628-C139AD46C92F}" type="parTrans" cxnId="{375B90B8-EE00-8749-8F4F-A449BA5A1850}">
      <dgm:prSet/>
      <dgm:spPr/>
      <dgm:t>
        <a:bodyPr/>
        <a:lstStyle/>
        <a:p>
          <a:endParaRPr lang="en-US"/>
        </a:p>
      </dgm:t>
    </dgm:pt>
    <dgm:pt modelId="{67748AA3-A72E-E24C-BF84-62A20C05DE0F}" type="sibTrans" cxnId="{375B90B8-EE00-8749-8F4F-A449BA5A1850}">
      <dgm:prSet/>
      <dgm:spPr/>
      <dgm:t>
        <a:bodyPr/>
        <a:lstStyle/>
        <a:p>
          <a:endParaRPr lang="en-US"/>
        </a:p>
      </dgm:t>
    </dgm:pt>
    <dgm:pt modelId="{00ECB3F4-A3C5-4446-826A-7E8AE12FC504}">
      <dgm:prSet phldrT="[Text]"/>
      <dgm:spPr/>
      <dgm:t>
        <a:bodyPr/>
        <a:lstStyle/>
        <a:p>
          <a:r>
            <a:rPr lang="en-US" dirty="0"/>
            <a:t>Tailwind + TypeScript</a:t>
          </a:r>
        </a:p>
      </dgm:t>
    </dgm:pt>
    <dgm:pt modelId="{A6DC106D-7082-214A-9051-F39B6547E558}" type="parTrans" cxnId="{19697ECB-7ED6-7C4A-B480-F6BE94794130}">
      <dgm:prSet/>
      <dgm:spPr/>
      <dgm:t>
        <a:bodyPr/>
        <a:lstStyle/>
        <a:p>
          <a:endParaRPr lang="en-US"/>
        </a:p>
      </dgm:t>
    </dgm:pt>
    <dgm:pt modelId="{8CEDFBEB-4FCC-F241-8B5B-B985A82CBD09}" type="sibTrans" cxnId="{19697ECB-7ED6-7C4A-B480-F6BE94794130}">
      <dgm:prSet/>
      <dgm:spPr/>
      <dgm:t>
        <a:bodyPr/>
        <a:lstStyle/>
        <a:p>
          <a:endParaRPr lang="en-US"/>
        </a:p>
      </dgm:t>
    </dgm:pt>
    <dgm:pt modelId="{84FEE346-E310-3747-85EB-73F06D5E8949}" type="pres">
      <dgm:prSet presAssocID="{CE0EB193-CB55-1446-B6ED-0A5D8A89C012}" presName="Name0" presStyleCnt="0">
        <dgm:presLayoutVars>
          <dgm:dir/>
          <dgm:animLvl val="lvl"/>
          <dgm:resizeHandles val="exact"/>
        </dgm:presLayoutVars>
      </dgm:prSet>
      <dgm:spPr/>
    </dgm:pt>
    <dgm:pt modelId="{B1132CD6-5A59-004D-82B3-DE8A8AF7D277}" type="pres">
      <dgm:prSet presAssocID="{6CB06B22-FD2B-6A47-BF73-0A4BD39590D1}" presName="linNode" presStyleCnt="0"/>
      <dgm:spPr/>
    </dgm:pt>
    <dgm:pt modelId="{B7BA92B3-B22B-4E48-A992-1292A5B60EA0}" type="pres">
      <dgm:prSet presAssocID="{6CB06B22-FD2B-6A47-BF73-0A4BD39590D1}" presName="parentText" presStyleLbl="node1" presStyleIdx="0" presStyleCnt="2" custScaleX="78919">
        <dgm:presLayoutVars>
          <dgm:chMax val="1"/>
          <dgm:bulletEnabled val="1"/>
        </dgm:presLayoutVars>
      </dgm:prSet>
      <dgm:spPr/>
    </dgm:pt>
    <dgm:pt modelId="{68E891E2-13D7-1045-8B92-2E1327027BA5}" type="pres">
      <dgm:prSet presAssocID="{6CB06B22-FD2B-6A47-BF73-0A4BD39590D1}" presName="descendantText" presStyleLbl="alignAccFollowNode1" presStyleIdx="0" presStyleCnt="2">
        <dgm:presLayoutVars>
          <dgm:bulletEnabled val="1"/>
        </dgm:presLayoutVars>
      </dgm:prSet>
      <dgm:spPr/>
    </dgm:pt>
    <dgm:pt modelId="{4060CBF8-51EE-8C43-8F20-42CAB30B4960}" type="pres">
      <dgm:prSet presAssocID="{E1AF8398-F1E1-634C-813B-DDA701A9674C}" presName="sp" presStyleCnt="0"/>
      <dgm:spPr/>
    </dgm:pt>
    <dgm:pt modelId="{6BDC0D89-86DD-B94A-A023-8897A6FE2739}" type="pres">
      <dgm:prSet presAssocID="{040C6BC1-097C-0F4C-8CA3-7C62FD1974CC}" presName="linNode" presStyleCnt="0"/>
      <dgm:spPr/>
    </dgm:pt>
    <dgm:pt modelId="{F5B56E4E-C001-5742-9048-ACAC3719364B}" type="pres">
      <dgm:prSet presAssocID="{040C6BC1-097C-0F4C-8CA3-7C62FD1974CC}" presName="parentText" presStyleLbl="node1" presStyleIdx="1" presStyleCnt="2" custScaleX="79739">
        <dgm:presLayoutVars>
          <dgm:chMax val="1"/>
          <dgm:bulletEnabled val="1"/>
        </dgm:presLayoutVars>
      </dgm:prSet>
      <dgm:spPr/>
    </dgm:pt>
    <dgm:pt modelId="{245DDE6A-1F2F-BD4B-8F14-76351CFB0DAD}" type="pres">
      <dgm:prSet presAssocID="{040C6BC1-097C-0F4C-8CA3-7C62FD1974CC}" presName="descendantText" presStyleLbl="alignAccFollowNode1" presStyleIdx="1" presStyleCnt="2">
        <dgm:presLayoutVars>
          <dgm:bulletEnabled val="1"/>
        </dgm:presLayoutVars>
      </dgm:prSet>
      <dgm:spPr/>
    </dgm:pt>
  </dgm:ptLst>
  <dgm:cxnLst>
    <dgm:cxn modelId="{9E6AB209-D855-5946-BB03-898E05520F8C}" srcId="{6CB06B22-FD2B-6A47-BF73-0A4BD39590D1}" destId="{397ABC5D-3754-1F4A-814C-4598CD9BC95D}" srcOrd="1" destOrd="0" parTransId="{8949B641-F52C-8848-96F9-79B5A9B56892}" sibTransId="{668C60D7-3A84-2846-8026-C4F3B7C13786}"/>
    <dgm:cxn modelId="{A13EA00F-91B0-8347-AFD1-0C1945305C29}" type="presOf" srcId="{92D831D1-F020-A74E-9C3D-0FD0E278D144}" destId="{68E891E2-13D7-1045-8B92-2E1327027BA5}" srcOrd="0" destOrd="1" presId="urn:microsoft.com/office/officeart/2005/8/layout/vList5"/>
    <dgm:cxn modelId="{62DB3613-5826-BA48-A3B0-106EEB3A721B}" type="presOf" srcId="{B8AE105A-4697-CF47-B2D0-6F327010663F}" destId="{68E891E2-13D7-1045-8B92-2E1327027BA5}" srcOrd="0" destOrd="2" presId="urn:microsoft.com/office/officeart/2005/8/layout/vList5"/>
    <dgm:cxn modelId="{F1CFA02D-447D-7C40-9516-B28125661BD4}" srcId="{8586DE7A-ECE8-624C-8A2E-8BE37C1703FF}" destId="{92D831D1-F020-A74E-9C3D-0FD0E278D144}" srcOrd="0" destOrd="0" parTransId="{7A024AFE-8EDD-994E-86CB-343A8B7FA273}" sibTransId="{77B16978-91E4-AF42-9F4E-46358FD036E1}"/>
    <dgm:cxn modelId="{5034AE41-380F-1E42-A5F0-CDC2D26B99B8}" type="presOf" srcId="{E9CB3F10-EAD6-4247-AC97-E7ACB152E897}" destId="{68E891E2-13D7-1045-8B92-2E1327027BA5}" srcOrd="0" destOrd="7" presId="urn:microsoft.com/office/officeart/2005/8/layout/vList5"/>
    <dgm:cxn modelId="{2BCC5B48-C091-C740-B5D0-5413ECE355FD}" type="presOf" srcId="{8267B314-855A-BF43-B54A-6C44C014AF49}" destId="{68E891E2-13D7-1045-8B92-2E1327027BA5}" srcOrd="0" destOrd="5" presId="urn:microsoft.com/office/officeart/2005/8/layout/vList5"/>
    <dgm:cxn modelId="{0DA6F44D-1B95-7942-A921-43EEE7C88449}" srcId="{6CB06B22-FD2B-6A47-BF73-0A4BD39590D1}" destId="{8586DE7A-ECE8-624C-8A2E-8BE37C1703FF}" srcOrd="0" destOrd="0" parTransId="{732D1F83-2504-3C47-907C-6640A22EFD21}" sibTransId="{ADA8FBA2-856A-514A-BD90-BD48C8CE910F}"/>
    <dgm:cxn modelId="{851C0E76-F0B6-AA43-9E63-7E805D839BD1}" srcId="{397ABC5D-3754-1F4A-814C-4598CD9BC95D}" destId="{8267B314-855A-BF43-B54A-6C44C014AF49}" srcOrd="0" destOrd="0" parTransId="{BF3671FE-4BA9-4340-88F0-BB02656F402F}" sibTransId="{C5947CE6-63D8-8F4C-8EDD-F8AB3B13E156}"/>
    <dgm:cxn modelId="{7F35D176-32EF-6445-8246-B2C0DF06F73E}" type="presOf" srcId="{8586DE7A-ECE8-624C-8A2E-8BE37C1703FF}" destId="{68E891E2-13D7-1045-8B92-2E1327027BA5}" srcOrd="0" destOrd="0" presId="urn:microsoft.com/office/officeart/2005/8/layout/vList5"/>
    <dgm:cxn modelId="{2A38BD81-5066-AA4A-90C1-037DA13A1A65}" srcId="{8586DE7A-ECE8-624C-8A2E-8BE37C1703FF}" destId="{B8AE105A-4697-CF47-B2D0-6F327010663F}" srcOrd="1" destOrd="0" parTransId="{C983AA56-6877-634D-B011-B6CB75C64B5A}" sibTransId="{88493ED9-FE97-9B47-8924-072B5535B413}"/>
    <dgm:cxn modelId="{5B1FF68A-FE08-AE44-AA85-9D166DDBC2C0}" srcId="{CE0EB193-CB55-1446-B6ED-0A5D8A89C012}" destId="{6CB06B22-FD2B-6A47-BF73-0A4BD39590D1}" srcOrd="0" destOrd="0" parTransId="{25971489-C196-4A41-A380-B099DE70BDD6}" sibTransId="{E1AF8398-F1E1-634C-813B-DDA701A9674C}"/>
    <dgm:cxn modelId="{000665A3-F45C-EF43-AD60-33DF49DECBC1}" srcId="{CE0EB193-CB55-1446-B6ED-0A5D8A89C012}" destId="{040C6BC1-097C-0F4C-8CA3-7C62FD1974CC}" srcOrd="1" destOrd="0" parTransId="{CB8E82C7-55C2-0A43-A008-81FDA9DD4BBE}" sibTransId="{A64AF74F-01CF-2648-9F83-7F3631F569D1}"/>
    <dgm:cxn modelId="{D75168A5-5D3C-674E-8436-9EF39D66530D}" type="presOf" srcId="{040C6BC1-097C-0F4C-8CA3-7C62FD1974CC}" destId="{F5B56E4E-C001-5742-9048-ACAC3719364B}" srcOrd="0" destOrd="0" presId="urn:microsoft.com/office/officeart/2005/8/layout/vList5"/>
    <dgm:cxn modelId="{B1E4A5AB-A2DB-4342-A059-046B5D8B692B}" type="presOf" srcId="{0216F8F7-3C2A-FA42-8F2C-58387A28DADB}" destId="{68E891E2-13D7-1045-8B92-2E1327027BA5}" srcOrd="0" destOrd="6" presId="urn:microsoft.com/office/officeart/2005/8/layout/vList5"/>
    <dgm:cxn modelId="{DA5456AD-C7FA-F641-8926-6C727D0BDA55}" srcId="{8586DE7A-ECE8-624C-8A2E-8BE37C1703FF}" destId="{FC75495B-D4B7-2447-94D6-B5AABF216DF4}" srcOrd="2" destOrd="0" parTransId="{3A2DCF37-4373-3442-B9BD-5A53323E1DF5}" sibTransId="{4495135F-B0E1-D746-9EEC-42E55EFA390E}"/>
    <dgm:cxn modelId="{F57911AE-5C7C-3241-910B-5BA4476332CE}" type="presOf" srcId="{966AB9BE-E460-EC46-A322-E0F53DFA1D96}" destId="{245DDE6A-1F2F-BD4B-8F14-76351CFB0DAD}" srcOrd="0" destOrd="1" presId="urn:microsoft.com/office/officeart/2005/8/layout/vList5"/>
    <dgm:cxn modelId="{CCE076B3-CE15-0642-8ED1-32B42ECF2851}" type="presOf" srcId="{FC75495B-D4B7-2447-94D6-B5AABF216DF4}" destId="{68E891E2-13D7-1045-8B92-2E1327027BA5}" srcOrd="0" destOrd="3" presId="urn:microsoft.com/office/officeart/2005/8/layout/vList5"/>
    <dgm:cxn modelId="{A23F47B6-5400-E046-87DA-00D5ED6D77E9}" srcId="{6CB06B22-FD2B-6A47-BF73-0A4BD39590D1}" destId="{0216F8F7-3C2A-FA42-8F2C-58387A28DADB}" srcOrd="2" destOrd="0" parTransId="{1A94105A-D113-8542-B1C1-28127BD521CA}" sibTransId="{186B160D-00FB-804E-8C9E-F965C9B1AFBA}"/>
    <dgm:cxn modelId="{375B90B8-EE00-8749-8F4F-A449BA5A1850}" srcId="{040C6BC1-097C-0F4C-8CA3-7C62FD1974CC}" destId="{966AB9BE-E460-EC46-A322-E0F53DFA1D96}" srcOrd="1" destOrd="0" parTransId="{074FF8C9-A24F-524D-9628-C139AD46C92F}" sibTransId="{67748AA3-A72E-E24C-BF84-62A20C05DE0F}"/>
    <dgm:cxn modelId="{A581E8C5-1BEA-3E40-9794-C9A0A911379B}" type="presOf" srcId="{6CB06B22-FD2B-6A47-BF73-0A4BD39590D1}" destId="{B7BA92B3-B22B-4E48-A992-1292A5B60EA0}" srcOrd="0" destOrd="0" presId="urn:microsoft.com/office/officeart/2005/8/layout/vList5"/>
    <dgm:cxn modelId="{E9171DCA-4878-4649-ADED-4821FAF9EC60}" type="presOf" srcId="{397ABC5D-3754-1F4A-814C-4598CD9BC95D}" destId="{68E891E2-13D7-1045-8B92-2E1327027BA5}" srcOrd="0" destOrd="4" presId="urn:microsoft.com/office/officeart/2005/8/layout/vList5"/>
    <dgm:cxn modelId="{19697ECB-7ED6-7C4A-B480-F6BE94794130}" srcId="{040C6BC1-097C-0F4C-8CA3-7C62FD1974CC}" destId="{00ECB3F4-A3C5-4446-826A-7E8AE12FC504}" srcOrd="2" destOrd="0" parTransId="{A6DC106D-7082-214A-9051-F39B6547E558}" sibTransId="{8CEDFBEB-4FCC-F241-8B5B-B985A82CBD09}"/>
    <dgm:cxn modelId="{BBD828DE-C0B6-114F-947E-6E8ECE40847D}" srcId="{040C6BC1-097C-0F4C-8CA3-7C62FD1974CC}" destId="{77AA516D-3A9C-B745-8411-09AD096894AD}" srcOrd="0" destOrd="0" parTransId="{9CC3AD14-F108-3045-B065-A2582B2CA402}" sibTransId="{DC942C93-8465-8E4D-B0A9-9B91AEA55EBA}"/>
    <dgm:cxn modelId="{07FF52E0-AD94-9745-8EC3-E1F4A9F7E962}" type="presOf" srcId="{00ECB3F4-A3C5-4446-826A-7E8AE12FC504}" destId="{245DDE6A-1F2F-BD4B-8F14-76351CFB0DAD}" srcOrd="0" destOrd="2" presId="urn:microsoft.com/office/officeart/2005/8/layout/vList5"/>
    <dgm:cxn modelId="{48B9B7E7-606B-6A40-A569-212BB825F808}" srcId="{0216F8F7-3C2A-FA42-8F2C-58387A28DADB}" destId="{E9CB3F10-EAD6-4247-AC97-E7ACB152E897}" srcOrd="0" destOrd="0" parTransId="{C9A61721-11B7-1747-8377-747B2E17EF61}" sibTransId="{1B50E75C-F837-AB44-8F6E-A727CAF67A54}"/>
    <dgm:cxn modelId="{DA17CDE9-440B-1D42-BB38-2E4821A764E1}" type="presOf" srcId="{77AA516D-3A9C-B745-8411-09AD096894AD}" destId="{245DDE6A-1F2F-BD4B-8F14-76351CFB0DAD}" srcOrd="0" destOrd="0" presId="urn:microsoft.com/office/officeart/2005/8/layout/vList5"/>
    <dgm:cxn modelId="{F69C74EA-5AC8-5548-8643-CA3F88A3108F}" type="presOf" srcId="{CE0EB193-CB55-1446-B6ED-0A5D8A89C012}" destId="{84FEE346-E310-3747-85EB-73F06D5E8949}" srcOrd="0" destOrd="0" presId="urn:microsoft.com/office/officeart/2005/8/layout/vList5"/>
    <dgm:cxn modelId="{F3DEC861-71CB-EC4D-B134-46DB25DA42B6}" type="presParOf" srcId="{84FEE346-E310-3747-85EB-73F06D5E8949}" destId="{B1132CD6-5A59-004D-82B3-DE8A8AF7D277}" srcOrd="0" destOrd="0" presId="urn:microsoft.com/office/officeart/2005/8/layout/vList5"/>
    <dgm:cxn modelId="{0675BD6C-7461-7842-8FDA-F5BCA1844CD5}" type="presParOf" srcId="{B1132CD6-5A59-004D-82B3-DE8A8AF7D277}" destId="{B7BA92B3-B22B-4E48-A992-1292A5B60EA0}" srcOrd="0" destOrd="0" presId="urn:microsoft.com/office/officeart/2005/8/layout/vList5"/>
    <dgm:cxn modelId="{1096E440-FA46-F140-AF55-91C5979CD155}" type="presParOf" srcId="{B1132CD6-5A59-004D-82B3-DE8A8AF7D277}" destId="{68E891E2-13D7-1045-8B92-2E1327027BA5}" srcOrd="1" destOrd="0" presId="urn:microsoft.com/office/officeart/2005/8/layout/vList5"/>
    <dgm:cxn modelId="{FD7993BF-1F5A-7E46-99E3-CEF6BAB5422E}" type="presParOf" srcId="{84FEE346-E310-3747-85EB-73F06D5E8949}" destId="{4060CBF8-51EE-8C43-8F20-42CAB30B4960}" srcOrd="1" destOrd="0" presId="urn:microsoft.com/office/officeart/2005/8/layout/vList5"/>
    <dgm:cxn modelId="{D365A367-0ED6-2643-BC93-C0CACCE4E720}" type="presParOf" srcId="{84FEE346-E310-3747-85EB-73F06D5E8949}" destId="{6BDC0D89-86DD-B94A-A023-8897A6FE2739}" srcOrd="2" destOrd="0" presId="urn:microsoft.com/office/officeart/2005/8/layout/vList5"/>
    <dgm:cxn modelId="{DD5BD6CA-0836-F445-A7C2-3F84CA163E0B}" type="presParOf" srcId="{6BDC0D89-86DD-B94A-A023-8897A6FE2739}" destId="{F5B56E4E-C001-5742-9048-ACAC3719364B}" srcOrd="0" destOrd="0" presId="urn:microsoft.com/office/officeart/2005/8/layout/vList5"/>
    <dgm:cxn modelId="{FDF1C563-1B47-3143-B59D-C70B541EF045}" type="presParOf" srcId="{6BDC0D89-86DD-B94A-A023-8897A6FE2739}" destId="{245DDE6A-1F2F-BD4B-8F14-76351CFB0DA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0EB193-CB55-1446-B6ED-0A5D8A89C012}" type="doc">
      <dgm:prSet loTypeId="urn:microsoft.com/office/officeart/2005/8/layout/vList5" loCatId="" qsTypeId="urn:microsoft.com/office/officeart/2005/8/quickstyle/simple1" qsCatId="simple" csTypeId="urn:microsoft.com/office/officeart/2005/8/colors/colorful5" csCatId="colorful" phldr="1"/>
      <dgm:spPr/>
      <dgm:t>
        <a:bodyPr/>
        <a:lstStyle/>
        <a:p>
          <a:endParaRPr lang="en-US"/>
        </a:p>
      </dgm:t>
    </dgm:pt>
    <dgm:pt modelId="{6CB06B22-FD2B-6A47-BF73-0A4BD39590D1}">
      <dgm:prSet phldrT="[Text]"/>
      <dgm:spPr/>
      <dgm:t>
        <a:bodyPr/>
        <a:lstStyle/>
        <a:p>
          <a:r>
            <a:rPr lang="en-US" dirty="0"/>
            <a:t>Front End Technologies / </a:t>
          </a:r>
          <a:r>
            <a:rPr lang="en-US" dirty="0" err="1"/>
            <a:t>前端技術</a:t>
          </a:r>
          <a:endParaRPr lang="en-US" dirty="0"/>
        </a:p>
      </dgm:t>
    </dgm:pt>
    <dgm:pt modelId="{25971489-C196-4A41-A380-B099DE70BDD6}" type="parTrans" cxnId="{5B1FF68A-FE08-AE44-AA85-9D166DDBC2C0}">
      <dgm:prSet/>
      <dgm:spPr/>
      <dgm:t>
        <a:bodyPr/>
        <a:lstStyle/>
        <a:p>
          <a:endParaRPr lang="en-US"/>
        </a:p>
      </dgm:t>
    </dgm:pt>
    <dgm:pt modelId="{E1AF8398-F1E1-634C-813B-DDA701A9674C}" type="sibTrans" cxnId="{5B1FF68A-FE08-AE44-AA85-9D166DDBC2C0}">
      <dgm:prSet/>
      <dgm:spPr/>
      <dgm:t>
        <a:bodyPr/>
        <a:lstStyle/>
        <a:p>
          <a:endParaRPr lang="en-US"/>
        </a:p>
      </dgm:t>
    </dgm:pt>
    <dgm:pt modelId="{8586DE7A-ECE8-624C-8A2E-8BE37C1703FF}">
      <dgm:prSet phldrT="[Text]"/>
      <dgm:spPr/>
      <dgm:t>
        <a:bodyPr/>
        <a:lstStyle/>
        <a:p>
          <a:r>
            <a:rPr lang="en-US" dirty="0"/>
            <a:t>Python, PHP, Java, </a:t>
          </a:r>
          <a:r>
            <a:rPr lang="en-US" dirty="0" err="1"/>
            <a:t>React.JS</a:t>
          </a:r>
          <a:r>
            <a:rPr lang="en-US" dirty="0"/>
            <a:t> + TypeScript</a:t>
          </a:r>
        </a:p>
      </dgm:t>
    </dgm:pt>
    <dgm:pt modelId="{732D1F83-2504-3C47-907C-6640A22EFD21}" type="parTrans" cxnId="{0DA6F44D-1B95-7942-A921-43EEE7C88449}">
      <dgm:prSet/>
      <dgm:spPr/>
      <dgm:t>
        <a:bodyPr/>
        <a:lstStyle/>
        <a:p>
          <a:endParaRPr lang="en-US"/>
        </a:p>
      </dgm:t>
    </dgm:pt>
    <dgm:pt modelId="{ADA8FBA2-856A-514A-BD90-BD48C8CE910F}" type="sibTrans" cxnId="{0DA6F44D-1B95-7942-A921-43EEE7C88449}">
      <dgm:prSet/>
      <dgm:spPr/>
      <dgm:t>
        <a:bodyPr/>
        <a:lstStyle/>
        <a:p>
          <a:endParaRPr lang="en-US"/>
        </a:p>
      </dgm:t>
    </dgm:pt>
    <dgm:pt modelId="{040C6BC1-097C-0F4C-8CA3-7C62FD1974CC}">
      <dgm:prSet phldrT="[Text]"/>
      <dgm:spPr/>
      <dgm:t>
        <a:bodyPr/>
        <a:lstStyle/>
        <a:p>
          <a:r>
            <a:rPr lang="en-US" dirty="0"/>
            <a:t>Back End Frameworks and Libraries </a:t>
          </a:r>
          <a:r>
            <a:rPr lang="en-US" dirty="0" err="1"/>
            <a:t>前端開發框架及資源</a:t>
          </a:r>
          <a:endParaRPr lang="en-US" dirty="0"/>
        </a:p>
      </dgm:t>
    </dgm:pt>
    <dgm:pt modelId="{CB8E82C7-55C2-0A43-A008-81FDA9DD4BBE}" type="parTrans" cxnId="{000665A3-F45C-EF43-AD60-33DF49DECBC1}">
      <dgm:prSet/>
      <dgm:spPr/>
      <dgm:t>
        <a:bodyPr/>
        <a:lstStyle/>
        <a:p>
          <a:endParaRPr lang="en-US"/>
        </a:p>
      </dgm:t>
    </dgm:pt>
    <dgm:pt modelId="{A64AF74F-01CF-2648-9F83-7F3631F569D1}" type="sibTrans" cxnId="{000665A3-F45C-EF43-AD60-33DF49DECBC1}">
      <dgm:prSet/>
      <dgm:spPr/>
      <dgm:t>
        <a:bodyPr/>
        <a:lstStyle/>
        <a:p>
          <a:endParaRPr lang="en-US"/>
        </a:p>
      </dgm:t>
    </dgm:pt>
    <dgm:pt modelId="{77AA516D-3A9C-B745-8411-09AD096894AD}">
      <dgm:prSet phldrT="[Text]"/>
      <dgm:spPr/>
      <dgm:t>
        <a:bodyPr/>
        <a:lstStyle/>
        <a:p>
          <a:r>
            <a:rPr lang="en-US" dirty="0"/>
            <a:t>Django/Flask - Python</a:t>
          </a:r>
        </a:p>
      </dgm:t>
    </dgm:pt>
    <dgm:pt modelId="{9CC3AD14-F108-3045-B065-A2582B2CA402}" type="parTrans" cxnId="{BBD828DE-C0B6-114F-947E-6E8ECE40847D}">
      <dgm:prSet/>
      <dgm:spPr/>
      <dgm:t>
        <a:bodyPr/>
        <a:lstStyle/>
        <a:p>
          <a:endParaRPr lang="en-US"/>
        </a:p>
      </dgm:t>
    </dgm:pt>
    <dgm:pt modelId="{DC942C93-8465-8E4D-B0A9-9B91AEA55EBA}" type="sibTrans" cxnId="{BBD828DE-C0B6-114F-947E-6E8ECE40847D}">
      <dgm:prSet/>
      <dgm:spPr/>
      <dgm:t>
        <a:bodyPr/>
        <a:lstStyle/>
        <a:p>
          <a:endParaRPr lang="en-US"/>
        </a:p>
      </dgm:t>
    </dgm:pt>
    <dgm:pt modelId="{ECA62405-2F6C-CB4F-A8A2-24E6D16D8330}">
      <dgm:prSet phldrT="[Text]"/>
      <dgm:spPr/>
      <dgm:t>
        <a:bodyPr/>
        <a:lstStyle/>
        <a:p>
          <a:r>
            <a:rPr lang="en-US" dirty="0" err="1"/>
            <a:t>Node.JS</a:t>
          </a:r>
          <a:endParaRPr lang="en-US" dirty="0"/>
        </a:p>
      </dgm:t>
    </dgm:pt>
    <dgm:pt modelId="{EF78A3A7-7A36-1345-8E6E-ACC81B37DACB}" type="parTrans" cxnId="{05EEF2AB-A9BC-C248-8833-D550B72B1A3A}">
      <dgm:prSet/>
      <dgm:spPr/>
      <dgm:t>
        <a:bodyPr/>
        <a:lstStyle/>
        <a:p>
          <a:endParaRPr lang="en-US"/>
        </a:p>
      </dgm:t>
    </dgm:pt>
    <dgm:pt modelId="{03A8479E-DBC1-A14E-93D2-08B00910AD7F}" type="sibTrans" cxnId="{05EEF2AB-A9BC-C248-8833-D550B72B1A3A}">
      <dgm:prSet/>
      <dgm:spPr/>
      <dgm:t>
        <a:bodyPr/>
        <a:lstStyle/>
        <a:p>
          <a:endParaRPr lang="en-US"/>
        </a:p>
      </dgm:t>
    </dgm:pt>
    <dgm:pt modelId="{1659E457-28AA-EA44-BE0F-93D0F09BEAC7}">
      <dgm:prSet phldrT="[Text]"/>
      <dgm:spPr/>
      <dgm:t>
        <a:bodyPr/>
        <a:lstStyle/>
        <a:p>
          <a:r>
            <a:rPr lang="en-US" dirty="0"/>
            <a:t>Maven</a:t>
          </a:r>
        </a:p>
      </dgm:t>
    </dgm:pt>
    <dgm:pt modelId="{4465D745-E78E-3D4E-B901-C81A8996BE7D}" type="parTrans" cxnId="{8E48F5C5-33C2-8243-8056-B3F9FC69229F}">
      <dgm:prSet/>
      <dgm:spPr/>
      <dgm:t>
        <a:bodyPr/>
        <a:lstStyle/>
        <a:p>
          <a:endParaRPr lang="en-US"/>
        </a:p>
      </dgm:t>
    </dgm:pt>
    <dgm:pt modelId="{7D1DC476-7B99-204B-9126-CB88A00F1349}" type="sibTrans" cxnId="{8E48F5C5-33C2-8243-8056-B3F9FC69229F}">
      <dgm:prSet/>
      <dgm:spPr/>
      <dgm:t>
        <a:bodyPr/>
        <a:lstStyle/>
        <a:p>
          <a:endParaRPr lang="en-US"/>
        </a:p>
      </dgm:t>
    </dgm:pt>
    <dgm:pt modelId="{EE20ABD2-408F-5848-99BA-C737C6F96A64}">
      <dgm:prSet phldrT="[Text]"/>
      <dgm:spPr/>
      <dgm:t>
        <a:bodyPr/>
        <a:lstStyle/>
        <a:p>
          <a:r>
            <a:rPr lang="en-US" dirty="0" err="1"/>
            <a:t>常用的數據庫</a:t>
          </a:r>
          <a:r>
            <a:rPr lang="zh-TW" altLang="en-US" dirty="0"/>
            <a:t> </a:t>
          </a:r>
          <a:r>
            <a:rPr lang="en-US" altLang="zh-TW" dirty="0"/>
            <a:t>/</a:t>
          </a:r>
          <a:r>
            <a:rPr lang="zh-TW" altLang="en-US" dirty="0"/>
            <a:t> </a:t>
          </a:r>
          <a:r>
            <a:rPr lang="en-US" altLang="zh-TW" dirty="0"/>
            <a:t>Popular Databases</a:t>
          </a:r>
          <a:endParaRPr lang="en-US" dirty="0"/>
        </a:p>
      </dgm:t>
    </dgm:pt>
    <dgm:pt modelId="{433D1F3B-9423-2049-8073-2755913599DE}" type="parTrans" cxnId="{1C055CFD-06D2-1146-8183-B37D794C612D}">
      <dgm:prSet/>
      <dgm:spPr/>
      <dgm:t>
        <a:bodyPr/>
        <a:lstStyle/>
        <a:p>
          <a:endParaRPr lang="en-US"/>
        </a:p>
      </dgm:t>
    </dgm:pt>
    <dgm:pt modelId="{90C38207-CB8E-8046-932E-F8639C14DF8A}" type="sibTrans" cxnId="{1C055CFD-06D2-1146-8183-B37D794C612D}">
      <dgm:prSet/>
      <dgm:spPr/>
      <dgm:t>
        <a:bodyPr/>
        <a:lstStyle/>
        <a:p>
          <a:endParaRPr lang="en-US"/>
        </a:p>
      </dgm:t>
    </dgm:pt>
    <dgm:pt modelId="{7A55945D-7B1B-C24D-8D89-CB1B2DE5C8CA}">
      <dgm:prSet phldrT="[Text]"/>
      <dgm:spPr/>
      <dgm:t>
        <a:bodyPr/>
        <a:lstStyle/>
        <a:p>
          <a:r>
            <a:rPr lang="en-US" dirty="0"/>
            <a:t>MySQL, MariaDB, Microsoft SQL, MongoDB</a:t>
          </a:r>
        </a:p>
      </dgm:t>
    </dgm:pt>
    <dgm:pt modelId="{A86E6A2A-E447-C543-8873-209C7AB16C5B}" type="parTrans" cxnId="{8F79A16A-E78C-424E-87AB-D9C291806E32}">
      <dgm:prSet/>
      <dgm:spPr/>
      <dgm:t>
        <a:bodyPr/>
        <a:lstStyle/>
        <a:p>
          <a:endParaRPr lang="en-US"/>
        </a:p>
      </dgm:t>
    </dgm:pt>
    <dgm:pt modelId="{D87A8C78-C36C-CA4C-B342-7051CE43F339}" type="sibTrans" cxnId="{8F79A16A-E78C-424E-87AB-D9C291806E32}">
      <dgm:prSet/>
      <dgm:spPr/>
      <dgm:t>
        <a:bodyPr/>
        <a:lstStyle/>
        <a:p>
          <a:endParaRPr lang="en-US"/>
        </a:p>
      </dgm:t>
    </dgm:pt>
    <dgm:pt modelId="{84FEE346-E310-3747-85EB-73F06D5E8949}" type="pres">
      <dgm:prSet presAssocID="{CE0EB193-CB55-1446-B6ED-0A5D8A89C012}" presName="Name0" presStyleCnt="0">
        <dgm:presLayoutVars>
          <dgm:dir/>
          <dgm:animLvl val="lvl"/>
          <dgm:resizeHandles val="exact"/>
        </dgm:presLayoutVars>
      </dgm:prSet>
      <dgm:spPr/>
    </dgm:pt>
    <dgm:pt modelId="{B1132CD6-5A59-004D-82B3-DE8A8AF7D277}" type="pres">
      <dgm:prSet presAssocID="{6CB06B22-FD2B-6A47-BF73-0A4BD39590D1}" presName="linNode" presStyleCnt="0"/>
      <dgm:spPr/>
    </dgm:pt>
    <dgm:pt modelId="{B7BA92B3-B22B-4E48-A992-1292A5B60EA0}" type="pres">
      <dgm:prSet presAssocID="{6CB06B22-FD2B-6A47-BF73-0A4BD39590D1}" presName="parentText" presStyleLbl="node1" presStyleIdx="0" presStyleCnt="3" custScaleX="78919">
        <dgm:presLayoutVars>
          <dgm:chMax val="1"/>
          <dgm:bulletEnabled val="1"/>
        </dgm:presLayoutVars>
      </dgm:prSet>
      <dgm:spPr/>
    </dgm:pt>
    <dgm:pt modelId="{68E891E2-13D7-1045-8B92-2E1327027BA5}" type="pres">
      <dgm:prSet presAssocID="{6CB06B22-FD2B-6A47-BF73-0A4BD39590D1}" presName="descendantText" presStyleLbl="alignAccFollowNode1" presStyleIdx="0" presStyleCnt="3">
        <dgm:presLayoutVars>
          <dgm:bulletEnabled val="1"/>
        </dgm:presLayoutVars>
      </dgm:prSet>
      <dgm:spPr/>
    </dgm:pt>
    <dgm:pt modelId="{4060CBF8-51EE-8C43-8F20-42CAB30B4960}" type="pres">
      <dgm:prSet presAssocID="{E1AF8398-F1E1-634C-813B-DDA701A9674C}" presName="sp" presStyleCnt="0"/>
      <dgm:spPr/>
    </dgm:pt>
    <dgm:pt modelId="{6BDC0D89-86DD-B94A-A023-8897A6FE2739}" type="pres">
      <dgm:prSet presAssocID="{040C6BC1-097C-0F4C-8CA3-7C62FD1974CC}" presName="linNode" presStyleCnt="0"/>
      <dgm:spPr/>
    </dgm:pt>
    <dgm:pt modelId="{F5B56E4E-C001-5742-9048-ACAC3719364B}" type="pres">
      <dgm:prSet presAssocID="{040C6BC1-097C-0F4C-8CA3-7C62FD1974CC}" presName="parentText" presStyleLbl="node1" presStyleIdx="1" presStyleCnt="3" custScaleX="79739">
        <dgm:presLayoutVars>
          <dgm:chMax val="1"/>
          <dgm:bulletEnabled val="1"/>
        </dgm:presLayoutVars>
      </dgm:prSet>
      <dgm:spPr/>
    </dgm:pt>
    <dgm:pt modelId="{245DDE6A-1F2F-BD4B-8F14-76351CFB0DAD}" type="pres">
      <dgm:prSet presAssocID="{040C6BC1-097C-0F4C-8CA3-7C62FD1974CC}" presName="descendantText" presStyleLbl="alignAccFollowNode1" presStyleIdx="1" presStyleCnt="3">
        <dgm:presLayoutVars>
          <dgm:bulletEnabled val="1"/>
        </dgm:presLayoutVars>
      </dgm:prSet>
      <dgm:spPr/>
    </dgm:pt>
    <dgm:pt modelId="{47BA5712-2EBB-3A4A-A16A-1B5DD54499BD}" type="pres">
      <dgm:prSet presAssocID="{A64AF74F-01CF-2648-9F83-7F3631F569D1}" presName="sp" presStyleCnt="0"/>
      <dgm:spPr/>
    </dgm:pt>
    <dgm:pt modelId="{2AE0CABB-8AA2-B44F-A2CE-85E902C603C0}" type="pres">
      <dgm:prSet presAssocID="{EE20ABD2-408F-5848-99BA-C737C6F96A64}" presName="linNode" presStyleCnt="0"/>
      <dgm:spPr/>
    </dgm:pt>
    <dgm:pt modelId="{CE49B1F6-3DF7-0B40-B29C-01BA1B4CCD7E}" type="pres">
      <dgm:prSet presAssocID="{EE20ABD2-408F-5848-99BA-C737C6F96A64}" presName="parentText" presStyleLbl="node1" presStyleIdx="2" presStyleCnt="3" custScaleX="79144">
        <dgm:presLayoutVars>
          <dgm:chMax val="1"/>
          <dgm:bulletEnabled val="1"/>
        </dgm:presLayoutVars>
      </dgm:prSet>
      <dgm:spPr/>
    </dgm:pt>
    <dgm:pt modelId="{4F4D92F1-718D-0D46-8E41-0F20732A7B31}" type="pres">
      <dgm:prSet presAssocID="{EE20ABD2-408F-5848-99BA-C737C6F96A64}" presName="descendantText" presStyleLbl="alignAccFollowNode1" presStyleIdx="2" presStyleCnt="3" custScaleX="99941">
        <dgm:presLayoutVars>
          <dgm:bulletEnabled val="1"/>
        </dgm:presLayoutVars>
      </dgm:prSet>
      <dgm:spPr/>
    </dgm:pt>
  </dgm:ptLst>
  <dgm:cxnLst>
    <dgm:cxn modelId="{F0E5491E-1965-9B49-999D-47838FE018C7}" type="presOf" srcId="{7A55945D-7B1B-C24D-8D89-CB1B2DE5C8CA}" destId="{4F4D92F1-718D-0D46-8E41-0F20732A7B31}" srcOrd="0" destOrd="0" presId="urn:microsoft.com/office/officeart/2005/8/layout/vList5"/>
    <dgm:cxn modelId="{F1ECC840-491E-8343-990E-4237A1728E86}" type="presOf" srcId="{EE20ABD2-408F-5848-99BA-C737C6F96A64}" destId="{CE49B1F6-3DF7-0B40-B29C-01BA1B4CCD7E}" srcOrd="0" destOrd="0" presId="urn:microsoft.com/office/officeart/2005/8/layout/vList5"/>
    <dgm:cxn modelId="{1B363148-55F1-7C41-A2F1-21B048C4CB20}" type="presOf" srcId="{1659E457-28AA-EA44-BE0F-93D0F09BEAC7}" destId="{245DDE6A-1F2F-BD4B-8F14-76351CFB0DAD}" srcOrd="0" destOrd="2" presId="urn:microsoft.com/office/officeart/2005/8/layout/vList5"/>
    <dgm:cxn modelId="{0DA6F44D-1B95-7942-A921-43EEE7C88449}" srcId="{6CB06B22-FD2B-6A47-BF73-0A4BD39590D1}" destId="{8586DE7A-ECE8-624C-8A2E-8BE37C1703FF}" srcOrd="0" destOrd="0" parTransId="{732D1F83-2504-3C47-907C-6640A22EFD21}" sibTransId="{ADA8FBA2-856A-514A-BD90-BD48C8CE910F}"/>
    <dgm:cxn modelId="{8F79A16A-E78C-424E-87AB-D9C291806E32}" srcId="{EE20ABD2-408F-5848-99BA-C737C6F96A64}" destId="{7A55945D-7B1B-C24D-8D89-CB1B2DE5C8CA}" srcOrd="0" destOrd="0" parTransId="{A86E6A2A-E447-C543-8873-209C7AB16C5B}" sibTransId="{D87A8C78-C36C-CA4C-B342-7051CE43F339}"/>
    <dgm:cxn modelId="{7F35D176-32EF-6445-8246-B2C0DF06F73E}" type="presOf" srcId="{8586DE7A-ECE8-624C-8A2E-8BE37C1703FF}" destId="{68E891E2-13D7-1045-8B92-2E1327027BA5}" srcOrd="0" destOrd="0" presId="urn:microsoft.com/office/officeart/2005/8/layout/vList5"/>
    <dgm:cxn modelId="{5B1FF68A-FE08-AE44-AA85-9D166DDBC2C0}" srcId="{CE0EB193-CB55-1446-B6ED-0A5D8A89C012}" destId="{6CB06B22-FD2B-6A47-BF73-0A4BD39590D1}" srcOrd="0" destOrd="0" parTransId="{25971489-C196-4A41-A380-B099DE70BDD6}" sibTransId="{E1AF8398-F1E1-634C-813B-DDA701A9674C}"/>
    <dgm:cxn modelId="{000665A3-F45C-EF43-AD60-33DF49DECBC1}" srcId="{CE0EB193-CB55-1446-B6ED-0A5D8A89C012}" destId="{040C6BC1-097C-0F4C-8CA3-7C62FD1974CC}" srcOrd="1" destOrd="0" parTransId="{CB8E82C7-55C2-0A43-A008-81FDA9DD4BBE}" sibTransId="{A64AF74F-01CF-2648-9F83-7F3631F569D1}"/>
    <dgm:cxn modelId="{D75168A5-5D3C-674E-8436-9EF39D66530D}" type="presOf" srcId="{040C6BC1-097C-0F4C-8CA3-7C62FD1974CC}" destId="{F5B56E4E-C001-5742-9048-ACAC3719364B}" srcOrd="0" destOrd="0" presId="urn:microsoft.com/office/officeart/2005/8/layout/vList5"/>
    <dgm:cxn modelId="{05EEF2AB-A9BC-C248-8833-D550B72B1A3A}" srcId="{040C6BC1-097C-0F4C-8CA3-7C62FD1974CC}" destId="{ECA62405-2F6C-CB4F-A8A2-24E6D16D8330}" srcOrd="1" destOrd="0" parTransId="{EF78A3A7-7A36-1345-8E6E-ACC81B37DACB}" sibTransId="{03A8479E-DBC1-A14E-93D2-08B00910AD7F}"/>
    <dgm:cxn modelId="{A581E8C5-1BEA-3E40-9794-C9A0A911379B}" type="presOf" srcId="{6CB06B22-FD2B-6A47-BF73-0A4BD39590D1}" destId="{B7BA92B3-B22B-4E48-A992-1292A5B60EA0}" srcOrd="0" destOrd="0" presId="urn:microsoft.com/office/officeart/2005/8/layout/vList5"/>
    <dgm:cxn modelId="{8E48F5C5-33C2-8243-8056-B3F9FC69229F}" srcId="{040C6BC1-097C-0F4C-8CA3-7C62FD1974CC}" destId="{1659E457-28AA-EA44-BE0F-93D0F09BEAC7}" srcOrd="2" destOrd="0" parTransId="{4465D745-E78E-3D4E-B901-C81A8996BE7D}" sibTransId="{7D1DC476-7B99-204B-9126-CB88A00F1349}"/>
    <dgm:cxn modelId="{BBD828DE-C0B6-114F-947E-6E8ECE40847D}" srcId="{040C6BC1-097C-0F4C-8CA3-7C62FD1974CC}" destId="{77AA516D-3A9C-B745-8411-09AD096894AD}" srcOrd="0" destOrd="0" parTransId="{9CC3AD14-F108-3045-B065-A2582B2CA402}" sibTransId="{DC942C93-8465-8E4D-B0A9-9B91AEA55EBA}"/>
    <dgm:cxn modelId="{DA17CDE9-440B-1D42-BB38-2E4821A764E1}" type="presOf" srcId="{77AA516D-3A9C-B745-8411-09AD096894AD}" destId="{245DDE6A-1F2F-BD4B-8F14-76351CFB0DAD}" srcOrd="0" destOrd="0" presId="urn:microsoft.com/office/officeart/2005/8/layout/vList5"/>
    <dgm:cxn modelId="{F69C74EA-5AC8-5548-8643-CA3F88A3108F}" type="presOf" srcId="{CE0EB193-CB55-1446-B6ED-0A5D8A89C012}" destId="{84FEE346-E310-3747-85EB-73F06D5E8949}" srcOrd="0" destOrd="0" presId="urn:microsoft.com/office/officeart/2005/8/layout/vList5"/>
    <dgm:cxn modelId="{75306EEE-6C0C-5346-9C26-DE55D1C6EDBB}" type="presOf" srcId="{ECA62405-2F6C-CB4F-A8A2-24E6D16D8330}" destId="{245DDE6A-1F2F-BD4B-8F14-76351CFB0DAD}" srcOrd="0" destOrd="1" presId="urn:microsoft.com/office/officeart/2005/8/layout/vList5"/>
    <dgm:cxn modelId="{1C055CFD-06D2-1146-8183-B37D794C612D}" srcId="{CE0EB193-CB55-1446-B6ED-0A5D8A89C012}" destId="{EE20ABD2-408F-5848-99BA-C737C6F96A64}" srcOrd="2" destOrd="0" parTransId="{433D1F3B-9423-2049-8073-2755913599DE}" sibTransId="{90C38207-CB8E-8046-932E-F8639C14DF8A}"/>
    <dgm:cxn modelId="{F3DEC861-71CB-EC4D-B134-46DB25DA42B6}" type="presParOf" srcId="{84FEE346-E310-3747-85EB-73F06D5E8949}" destId="{B1132CD6-5A59-004D-82B3-DE8A8AF7D277}" srcOrd="0" destOrd="0" presId="urn:microsoft.com/office/officeart/2005/8/layout/vList5"/>
    <dgm:cxn modelId="{0675BD6C-7461-7842-8FDA-F5BCA1844CD5}" type="presParOf" srcId="{B1132CD6-5A59-004D-82B3-DE8A8AF7D277}" destId="{B7BA92B3-B22B-4E48-A992-1292A5B60EA0}" srcOrd="0" destOrd="0" presId="urn:microsoft.com/office/officeart/2005/8/layout/vList5"/>
    <dgm:cxn modelId="{1096E440-FA46-F140-AF55-91C5979CD155}" type="presParOf" srcId="{B1132CD6-5A59-004D-82B3-DE8A8AF7D277}" destId="{68E891E2-13D7-1045-8B92-2E1327027BA5}" srcOrd="1" destOrd="0" presId="urn:microsoft.com/office/officeart/2005/8/layout/vList5"/>
    <dgm:cxn modelId="{FD7993BF-1F5A-7E46-99E3-CEF6BAB5422E}" type="presParOf" srcId="{84FEE346-E310-3747-85EB-73F06D5E8949}" destId="{4060CBF8-51EE-8C43-8F20-42CAB30B4960}" srcOrd="1" destOrd="0" presId="urn:microsoft.com/office/officeart/2005/8/layout/vList5"/>
    <dgm:cxn modelId="{D365A367-0ED6-2643-BC93-C0CACCE4E720}" type="presParOf" srcId="{84FEE346-E310-3747-85EB-73F06D5E8949}" destId="{6BDC0D89-86DD-B94A-A023-8897A6FE2739}" srcOrd="2" destOrd="0" presId="urn:microsoft.com/office/officeart/2005/8/layout/vList5"/>
    <dgm:cxn modelId="{DD5BD6CA-0836-F445-A7C2-3F84CA163E0B}" type="presParOf" srcId="{6BDC0D89-86DD-B94A-A023-8897A6FE2739}" destId="{F5B56E4E-C001-5742-9048-ACAC3719364B}" srcOrd="0" destOrd="0" presId="urn:microsoft.com/office/officeart/2005/8/layout/vList5"/>
    <dgm:cxn modelId="{FDF1C563-1B47-3143-B59D-C70B541EF045}" type="presParOf" srcId="{6BDC0D89-86DD-B94A-A023-8897A6FE2739}" destId="{245DDE6A-1F2F-BD4B-8F14-76351CFB0DAD}" srcOrd="1" destOrd="0" presId="urn:microsoft.com/office/officeart/2005/8/layout/vList5"/>
    <dgm:cxn modelId="{C7780D7C-37E5-C64B-960F-F88051796520}" type="presParOf" srcId="{84FEE346-E310-3747-85EB-73F06D5E8949}" destId="{47BA5712-2EBB-3A4A-A16A-1B5DD54499BD}" srcOrd="3" destOrd="0" presId="urn:microsoft.com/office/officeart/2005/8/layout/vList5"/>
    <dgm:cxn modelId="{B1A3A7B8-27A4-DB4F-AA95-87E9CFD16876}" type="presParOf" srcId="{84FEE346-E310-3747-85EB-73F06D5E8949}" destId="{2AE0CABB-8AA2-B44F-A2CE-85E902C603C0}" srcOrd="4" destOrd="0" presId="urn:microsoft.com/office/officeart/2005/8/layout/vList5"/>
    <dgm:cxn modelId="{9AA2D8C8-E2BB-6247-B76B-1EA4659BE568}" type="presParOf" srcId="{2AE0CABB-8AA2-B44F-A2CE-85E902C603C0}" destId="{CE49B1F6-3DF7-0B40-B29C-01BA1B4CCD7E}" srcOrd="0" destOrd="0" presId="urn:microsoft.com/office/officeart/2005/8/layout/vList5"/>
    <dgm:cxn modelId="{2997E58E-AB58-C24F-8F90-A702024BEFF0}" type="presParOf" srcId="{2AE0CABB-8AA2-B44F-A2CE-85E902C603C0}" destId="{4F4D92F1-718D-0D46-8E41-0F20732A7B3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CB39E2-2F85-C749-B790-B342A59EA680}" type="doc">
      <dgm:prSet loTypeId="urn:microsoft.com/office/officeart/2008/layout/VerticalCurvedList" loCatId="" qsTypeId="urn:microsoft.com/office/officeart/2005/8/quickstyle/simple1" qsCatId="simple" csTypeId="urn:microsoft.com/office/officeart/2005/8/colors/accent6_2" csCatId="accent6" phldr="1"/>
      <dgm:spPr/>
      <dgm:t>
        <a:bodyPr/>
        <a:lstStyle/>
        <a:p>
          <a:endParaRPr lang="en-US"/>
        </a:p>
      </dgm:t>
    </dgm:pt>
    <dgm:pt modelId="{7303DF22-BDC4-C648-8510-FC38F67479A4}">
      <dgm:prSet phldrT="[Text]"/>
      <dgm:spPr/>
      <dgm:t>
        <a:bodyPr/>
        <a:lstStyle/>
        <a:p>
          <a:r>
            <a:rPr lang="en-US" dirty="0"/>
            <a:t>Complete ownership and understanding of project.</a:t>
          </a:r>
        </a:p>
        <a:p>
          <a:r>
            <a:rPr lang="ja-JP" altLang="en-US"/>
            <a:t>對專案的完全擁有權與深入理解</a:t>
          </a:r>
          <a:endParaRPr lang="en-US" dirty="0"/>
        </a:p>
      </dgm:t>
    </dgm:pt>
    <dgm:pt modelId="{182771C6-8B80-A042-82A3-B8FC7F9E962D}" type="parTrans" cxnId="{975F756A-B5AB-FC45-90BD-490D513A7665}">
      <dgm:prSet/>
      <dgm:spPr/>
      <dgm:t>
        <a:bodyPr/>
        <a:lstStyle/>
        <a:p>
          <a:endParaRPr lang="en-US"/>
        </a:p>
      </dgm:t>
    </dgm:pt>
    <dgm:pt modelId="{65D5D877-F810-F14B-92A4-F0DE47B69D19}" type="sibTrans" cxnId="{975F756A-B5AB-FC45-90BD-490D513A7665}">
      <dgm:prSet/>
      <dgm:spPr/>
      <dgm:t>
        <a:bodyPr/>
        <a:lstStyle/>
        <a:p>
          <a:endParaRPr lang="en-US"/>
        </a:p>
      </dgm:t>
    </dgm:pt>
    <dgm:pt modelId="{08D4E120-B6AF-264C-A7A6-470052A94D87}">
      <dgm:prSet phldrT="[Text]"/>
      <dgm:spPr/>
      <dgm:t>
        <a:bodyPr/>
        <a:lstStyle/>
        <a:p>
          <a:r>
            <a:rPr lang="en-US" altLang="ja-JP" dirty="0"/>
            <a:t>Saves both project time and cost and enhances productivity.</a:t>
          </a:r>
        </a:p>
        <a:p>
          <a:r>
            <a:rPr lang="ja-JP" altLang="en-US"/>
            <a:t>節省專案時間與成本，並提升生產力</a:t>
          </a:r>
          <a:endParaRPr lang="en-US" dirty="0"/>
        </a:p>
      </dgm:t>
    </dgm:pt>
    <dgm:pt modelId="{D0B38225-434C-3F4E-BFE4-AF9A14E992B7}" type="parTrans" cxnId="{F2D5C7B4-A3A6-A446-91E4-8AB8C999F7AC}">
      <dgm:prSet/>
      <dgm:spPr/>
      <dgm:t>
        <a:bodyPr/>
        <a:lstStyle/>
        <a:p>
          <a:endParaRPr lang="en-US"/>
        </a:p>
      </dgm:t>
    </dgm:pt>
    <dgm:pt modelId="{763EB1B1-9EE2-7344-8F09-09018CB41DAB}" type="sibTrans" cxnId="{F2D5C7B4-A3A6-A446-91E4-8AB8C999F7AC}">
      <dgm:prSet/>
      <dgm:spPr/>
      <dgm:t>
        <a:bodyPr/>
        <a:lstStyle/>
        <a:p>
          <a:endParaRPr lang="en-US"/>
        </a:p>
      </dgm:t>
    </dgm:pt>
    <dgm:pt modelId="{29885E07-4EED-1B4F-8D0A-050C28CA73DA}">
      <dgm:prSet phldrT="[Text]"/>
      <dgm:spPr/>
      <dgm:t>
        <a:bodyPr/>
        <a:lstStyle/>
        <a:p>
          <a:r>
            <a:rPr lang="en-US" altLang="ja-JP" dirty="0"/>
            <a:t>Faster bug fixing due to the knowledge of complete system.</a:t>
          </a:r>
        </a:p>
        <a:p>
          <a:r>
            <a:rPr lang="ja-JP" altLang="en-US"/>
            <a:t>由於對整個系統的了解，使得錯誤修復更迅速</a:t>
          </a:r>
          <a:endParaRPr lang="en-US" dirty="0"/>
        </a:p>
      </dgm:t>
    </dgm:pt>
    <dgm:pt modelId="{61F86226-5E7B-CB48-A92D-0B149C1E4F66}" type="parTrans" cxnId="{10BD6D98-4C49-A044-AB74-19F44836FADA}">
      <dgm:prSet/>
      <dgm:spPr/>
      <dgm:t>
        <a:bodyPr/>
        <a:lstStyle/>
        <a:p>
          <a:endParaRPr lang="en-US"/>
        </a:p>
      </dgm:t>
    </dgm:pt>
    <dgm:pt modelId="{D61302C6-3404-7F4C-BC93-F4A8C272E1A4}" type="sibTrans" cxnId="{10BD6D98-4C49-A044-AB74-19F44836FADA}">
      <dgm:prSet/>
      <dgm:spPr/>
      <dgm:t>
        <a:bodyPr/>
        <a:lstStyle/>
        <a:p>
          <a:endParaRPr lang="en-US"/>
        </a:p>
      </dgm:t>
    </dgm:pt>
    <dgm:pt modelId="{95684CBD-16AF-054D-A153-D0BA91FAC046}">
      <dgm:prSet phldrT="[Text]"/>
      <dgm:spPr/>
      <dgm:t>
        <a:bodyPr/>
        <a:lstStyle/>
        <a:p>
          <a:r>
            <a:rPr lang="en-US" altLang="ja-JP" dirty="0"/>
            <a:t>Better division of work amongst team members.</a:t>
          </a:r>
        </a:p>
        <a:p>
          <a:r>
            <a:rPr lang="ja-JP" altLang="en-US"/>
            <a:t>團隊成員之間更有效的工作分工</a:t>
          </a:r>
          <a:endParaRPr lang="en-US" dirty="0"/>
        </a:p>
      </dgm:t>
    </dgm:pt>
    <dgm:pt modelId="{1B9134F0-E0E2-304C-BB2C-3A92A3E69F5B}" type="parTrans" cxnId="{A191DCB3-0469-DC49-87F4-6B60327458AB}">
      <dgm:prSet/>
      <dgm:spPr/>
      <dgm:t>
        <a:bodyPr/>
        <a:lstStyle/>
        <a:p>
          <a:endParaRPr lang="en-US"/>
        </a:p>
      </dgm:t>
    </dgm:pt>
    <dgm:pt modelId="{0C120CB9-A901-DF44-8DE3-0AEAA8D2179A}" type="sibTrans" cxnId="{A191DCB3-0469-DC49-87F4-6B60327458AB}">
      <dgm:prSet/>
      <dgm:spPr/>
      <dgm:t>
        <a:bodyPr/>
        <a:lstStyle/>
        <a:p>
          <a:endParaRPr lang="en-US"/>
        </a:p>
      </dgm:t>
    </dgm:pt>
    <dgm:pt modelId="{B389F682-8517-ED47-893F-AA2D25ADC602}" type="pres">
      <dgm:prSet presAssocID="{38CB39E2-2F85-C749-B790-B342A59EA680}" presName="Name0" presStyleCnt="0">
        <dgm:presLayoutVars>
          <dgm:chMax val="7"/>
          <dgm:chPref val="7"/>
          <dgm:dir/>
        </dgm:presLayoutVars>
      </dgm:prSet>
      <dgm:spPr/>
    </dgm:pt>
    <dgm:pt modelId="{B57DAFAD-7A78-6641-98F8-1865D18231B2}" type="pres">
      <dgm:prSet presAssocID="{38CB39E2-2F85-C749-B790-B342A59EA680}" presName="Name1" presStyleCnt="0"/>
      <dgm:spPr/>
    </dgm:pt>
    <dgm:pt modelId="{A2BA5BDE-DA9A-7740-93EB-367FD59815EA}" type="pres">
      <dgm:prSet presAssocID="{38CB39E2-2F85-C749-B790-B342A59EA680}" presName="cycle" presStyleCnt="0"/>
      <dgm:spPr/>
    </dgm:pt>
    <dgm:pt modelId="{DF16C0D0-72AC-0E4F-8056-63F3E0536249}" type="pres">
      <dgm:prSet presAssocID="{38CB39E2-2F85-C749-B790-B342A59EA680}" presName="srcNode" presStyleLbl="node1" presStyleIdx="0" presStyleCnt="4"/>
      <dgm:spPr/>
    </dgm:pt>
    <dgm:pt modelId="{885AC343-3BE3-FC4E-918A-F5B6695B2576}" type="pres">
      <dgm:prSet presAssocID="{38CB39E2-2F85-C749-B790-B342A59EA680}" presName="conn" presStyleLbl="parChTrans1D2" presStyleIdx="0" presStyleCnt="1"/>
      <dgm:spPr/>
    </dgm:pt>
    <dgm:pt modelId="{79DC2790-4C6A-794D-8C35-6F89DE0E8119}" type="pres">
      <dgm:prSet presAssocID="{38CB39E2-2F85-C749-B790-B342A59EA680}" presName="extraNode" presStyleLbl="node1" presStyleIdx="0" presStyleCnt="4"/>
      <dgm:spPr/>
    </dgm:pt>
    <dgm:pt modelId="{6CC73EF6-D727-EB4C-8ABA-903976C3FE0D}" type="pres">
      <dgm:prSet presAssocID="{38CB39E2-2F85-C749-B790-B342A59EA680}" presName="dstNode" presStyleLbl="node1" presStyleIdx="0" presStyleCnt="4"/>
      <dgm:spPr/>
    </dgm:pt>
    <dgm:pt modelId="{2C3E3AA5-2DA3-E746-A3D7-965118BC3974}" type="pres">
      <dgm:prSet presAssocID="{7303DF22-BDC4-C648-8510-FC38F67479A4}" presName="text_1" presStyleLbl="node1" presStyleIdx="0" presStyleCnt="4">
        <dgm:presLayoutVars>
          <dgm:bulletEnabled val="1"/>
        </dgm:presLayoutVars>
      </dgm:prSet>
      <dgm:spPr/>
    </dgm:pt>
    <dgm:pt modelId="{4B3D6C70-6519-9E4F-93A4-8D8887B5DF7E}" type="pres">
      <dgm:prSet presAssocID="{7303DF22-BDC4-C648-8510-FC38F67479A4}" presName="accent_1" presStyleCnt="0"/>
      <dgm:spPr/>
    </dgm:pt>
    <dgm:pt modelId="{8369352A-4B9D-054F-A645-030F16AF6296}" type="pres">
      <dgm:prSet presAssocID="{7303DF22-BDC4-C648-8510-FC38F67479A4}" presName="accentRepeatNode" presStyleLbl="solidFgAcc1" presStyleIdx="0" presStyleCnt="4"/>
      <dgm:spPr/>
    </dgm:pt>
    <dgm:pt modelId="{DB81D649-A905-8842-BD57-D1BB2871717D}" type="pres">
      <dgm:prSet presAssocID="{08D4E120-B6AF-264C-A7A6-470052A94D87}" presName="text_2" presStyleLbl="node1" presStyleIdx="1" presStyleCnt="4">
        <dgm:presLayoutVars>
          <dgm:bulletEnabled val="1"/>
        </dgm:presLayoutVars>
      </dgm:prSet>
      <dgm:spPr/>
    </dgm:pt>
    <dgm:pt modelId="{C534F9EF-A17F-BF4E-BA28-AACD455E3353}" type="pres">
      <dgm:prSet presAssocID="{08D4E120-B6AF-264C-A7A6-470052A94D87}" presName="accent_2" presStyleCnt="0"/>
      <dgm:spPr/>
    </dgm:pt>
    <dgm:pt modelId="{D8F81152-B7BF-A34F-AB53-7DE5FF9EDDFE}" type="pres">
      <dgm:prSet presAssocID="{08D4E120-B6AF-264C-A7A6-470052A94D87}" presName="accentRepeatNode" presStyleLbl="solidFgAcc1" presStyleIdx="1" presStyleCnt="4"/>
      <dgm:spPr/>
    </dgm:pt>
    <dgm:pt modelId="{7495A742-1012-8344-B56C-470D619CE5C1}" type="pres">
      <dgm:prSet presAssocID="{29885E07-4EED-1B4F-8D0A-050C28CA73DA}" presName="text_3" presStyleLbl="node1" presStyleIdx="2" presStyleCnt="4">
        <dgm:presLayoutVars>
          <dgm:bulletEnabled val="1"/>
        </dgm:presLayoutVars>
      </dgm:prSet>
      <dgm:spPr/>
    </dgm:pt>
    <dgm:pt modelId="{53F671D2-2256-4F43-9CE9-209E7758BDB2}" type="pres">
      <dgm:prSet presAssocID="{29885E07-4EED-1B4F-8D0A-050C28CA73DA}" presName="accent_3" presStyleCnt="0"/>
      <dgm:spPr/>
    </dgm:pt>
    <dgm:pt modelId="{EAEE0019-BB20-994C-B571-F02BC19A51AC}" type="pres">
      <dgm:prSet presAssocID="{29885E07-4EED-1B4F-8D0A-050C28CA73DA}" presName="accentRepeatNode" presStyleLbl="solidFgAcc1" presStyleIdx="2" presStyleCnt="4"/>
      <dgm:spPr/>
    </dgm:pt>
    <dgm:pt modelId="{DC99636B-52B7-C04D-A2FA-4C02225ECD69}" type="pres">
      <dgm:prSet presAssocID="{95684CBD-16AF-054D-A153-D0BA91FAC046}" presName="text_4" presStyleLbl="node1" presStyleIdx="3" presStyleCnt="4">
        <dgm:presLayoutVars>
          <dgm:bulletEnabled val="1"/>
        </dgm:presLayoutVars>
      </dgm:prSet>
      <dgm:spPr/>
    </dgm:pt>
    <dgm:pt modelId="{03EC9798-B485-6C4C-B94F-9DE7AA8FC5CF}" type="pres">
      <dgm:prSet presAssocID="{95684CBD-16AF-054D-A153-D0BA91FAC046}" presName="accent_4" presStyleCnt="0"/>
      <dgm:spPr/>
    </dgm:pt>
    <dgm:pt modelId="{77D81F01-9338-DF49-932A-15DA0107E3A2}" type="pres">
      <dgm:prSet presAssocID="{95684CBD-16AF-054D-A153-D0BA91FAC046}" presName="accentRepeatNode" presStyleLbl="solidFgAcc1" presStyleIdx="3" presStyleCnt="4"/>
      <dgm:spPr/>
    </dgm:pt>
  </dgm:ptLst>
  <dgm:cxnLst>
    <dgm:cxn modelId="{7F30E32E-601F-D24C-B808-FE5E0B28A3B6}" type="presOf" srcId="{7303DF22-BDC4-C648-8510-FC38F67479A4}" destId="{2C3E3AA5-2DA3-E746-A3D7-965118BC3974}" srcOrd="0" destOrd="0" presId="urn:microsoft.com/office/officeart/2008/layout/VerticalCurvedList"/>
    <dgm:cxn modelId="{C691D739-12C2-5A47-B6E5-9AD1E5D655F7}" type="presOf" srcId="{95684CBD-16AF-054D-A153-D0BA91FAC046}" destId="{DC99636B-52B7-C04D-A2FA-4C02225ECD69}" srcOrd="0" destOrd="0" presId="urn:microsoft.com/office/officeart/2008/layout/VerticalCurvedList"/>
    <dgm:cxn modelId="{AE95BB5D-5C31-AC4E-A07D-8EB18FF0EA91}" type="presOf" srcId="{38CB39E2-2F85-C749-B790-B342A59EA680}" destId="{B389F682-8517-ED47-893F-AA2D25ADC602}" srcOrd="0" destOrd="0" presId="urn:microsoft.com/office/officeart/2008/layout/VerticalCurvedList"/>
    <dgm:cxn modelId="{975F756A-B5AB-FC45-90BD-490D513A7665}" srcId="{38CB39E2-2F85-C749-B790-B342A59EA680}" destId="{7303DF22-BDC4-C648-8510-FC38F67479A4}" srcOrd="0" destOrd="0" parTransId="{182771C6-8B80-A042-82A3-B8FC7F9E962D}" sibTransId="{65D5D877-F810-F14B-92A4-F0DE47B69D19}"/>
    <dgm:cxn modelId="{10BD6D98-4C49-A044-AB74-19F44836FADA}" srcId="{38CB39E2-2F85-C749-B790-B342A59EA680}" destId="{29885E07-4EED-1B4F-8D0A-050C28CA73DA}" srcOrd="2" destOrd="0" parTransId="{61F86226-5E7B-CB48-A92D-0B149C1E4F66}" sibTransId="{D61302C6-3404-7F4C-BC93-F4A8C272E1A4}"/>
    <dgm:cxn modelId="{853904A4-3347-3146-AE02-00588E8570ED}" type="presOf" srcId="{08D4E120-B6AF-264C-A7A6-470052A94D87}" destId="{DB81D649-A905-8842-BD57-D1BB2871717D}" srcOrd="0" destOrd="0" presId="urn:microsoft.com/office/officeart/2008/layout/VerticalCurvedList"/>
    <dgm:cxn modelId="{6275B7AC-27B9-8E45-ADEE-8984775DFC5F}" type="presOf" srcId="{65D5D877-F810-F14B-92A4-F0DE47B69D19}" destId="{885AC343-3BE3-FC4E-918A-F5B6695B2576}" srcOrd="0" destOrd="0" presId="urn:microsoft.com/office/officeart/2008/layout/VerticalCurvedList"/>
    <dgm:cxn modelId="{F62B38AF-77A6-0C47-AF27-78CF33B7C51F}" type="presOf" srcId="{29885E07-4EED-1B4F-8D0A-050C28CA73DA}" destId="{7495A742-1012-8344-B56C-470D619CE5C1}" srcOrd="0" destOrd="0" presId="urn:microsoft.com/office/officeart/2008/layout/VerticalCurvedList"/>
    <dgm:cxn modelId="{A191DCB3-0469-DC49-87F4-6B60327458AB}" srcId="{38CB39E2-2F85-C749-B790-B342A59EA680}" destId="{95684CBD-16AF-054D-A153-D0BA91FAC046}" srcOrd="3" destOrd="0" parTransId="{1B9134F0-E0E2-304C-BB2C-3A92A3E69F5B}" sibTransId="{0C120CB9-A901-DF44-8DE3-0AEAA8D2179A}"/>
    <dgm:cxn modelId="{F2D5C7B4-A3A6-A446-91E4-8AB8C999F7AC}" srcId="{38CB39E2-2F85-C749-B790-B342A59EA680}" destId="{08D4E120-B6AF-264C-A7A6-470052A94D87}" srcOrd="1" destOrd="0" parTransId="{D0B38225-434C-3F4E-BFE4-AF9A14E992B7}" sibTransId="{763EB1B1-9EE2-7344-8F09-09018CB41DAB}"/>
    <dgm:cxn modelId="{DEC5C704-11D2-C245-91D8-0013421BE7E0}" type="presParOf" srcId="{B389F682-8517-ED47-893F-AA2D25ADC602}" destId="{B57DAFAD-7A78-6641-98F8-1865D18231B2}" srcOrd="0" destOrd="0" presId="urn:microsoft.com/office/officeart/2008/layout/VerticalCurvedList"/>
    <dgm:cxn modelId="{3F525999-43A0-CA4F-9EAF-6ACE9F54BC7E}" type="presParOf" srcId="{B57DAFAD-7A78-6641-98F8-1865D18231B2}" destId="{A2BA5BDE-DA9A-7740-93EB-367FD59815EA}" srcOrd="0" destOrd="0" presId="urn:microsoft.com/office/officeart/2008/layout/VerticalCurvedList"/>
    <dgm:cxn modelId="{E05A3330-40AA-374B-8CEF-5F9DAB22466B}" type="presParOf" srcId="{A2BA5BDE-DA9A-7740-93EB-367FD59815EA}" destId="{DF16C0D0-72AC-0E4F-8056-63F3E0536249}" srcOrd="0" destOrd="0" presId="urn:microsoft.com/office/officeart/2008/layout/VerticalCurvedList"/>
    <dgm:cxn modelId="{CF62981A-8393-1241-8FCD-64DC75EF60A3}" type="presParOf" srcId="{A2BA5BDE-DA9A-7740-93EB-367FD59815EA}" destId="{885AC343-3BE3-FC4E-918A-F5B6695B2576}" srcOrd="1" destOrd="0" presId="urn:microsoft.com/office/officeart/2008/layout/VerticalCurvedList"/>
    <dgm:cxn modelId="{F4BECBC9-4C8B-264B-B86D-B1916728F205}" type="presParOf" srcId="{A2BA5BDE-DA9A-7740-93EB-367FD59815EA}" destId="{79DC2790-4C6A-794D-8C35-6F89DE0E8119}" srcOrd="2" destOrd="0" presId="urn:microsoft.com/office/officeart/2008/layout/VerticalCurvedList"/>
    <dgm:cxn modelId="{7F1A9297-AF7E-414F-BA4B-F459525B88A4}" type="presParOf" srcId="{A2BA5BDE-DA9A-7740-93EB-367FD59815EA}" destId="{6CC73EF6-D727-EB4C-8ABA-903976C3FE0D}" srcOrd="3" destOrd="0" presId="urn:microsoft.com/office/officeart/2008/layout/VerticalCurvedList"/>
    <dgm:cxn modelId="{53D9E5C0-4B66-354C-B88C-6CD8D030B495}" type="presParOf" srcId="{B57DAFAD-7A78-6641-98F8-1865D18231B2}" destId="{2C3E3AA5-2DA3-E746-A3D7-965118BC3974}" srcOrd="1" destOrd="0" presId="urn:microsoft.com/office/officeart/2008/layout/VerticalCurvedList"/>
    <dgm:cxn modelId="{10CA7E95-4D77-3642-ABBF-1A5DCBE23B4C}" type="presParOf" srcId="{B57DAFAD-7A78-6641-98F8-1865D18231B2}" destId="{4B3D6C70-6519-9E4F-93A4-8D8887B5DF7E}" srcOrd="2" destOrd="0" presId="urn:microsoft.com/office/officeart/2008/layout/VerticalCurvedList"/>
    <dgm:cxn modelId="{D3B2BD11-1C96-C049-915E-EAE8A0EACEA9}" type="presParOf" srcId="{4B3D6C70-6519-9E4F-93A4-8D8887B5DF7E}" destId="{8369352A-4B9D-054F-A645-030F16AF6296}" srcOrd="0" destOrd="0" presId="urn:microsoft.com/office/officeart/2008/layout/VerticalCurvedList"/>
    <dgm:cxn modelId="{51A82592-2B68-874C-926E-7806A8B51C7E}" type="presParOf" srcId="{B57DAFAD-7A78-6641-98F8-1865D18231B2}" destId="{DB81D649-A905-8842-BD57-D1BB2871717D}" srcOrd="3" destOrd="0" presId="urn:microsoft.com/office/officeart/2008/layout/VerticalCurvedList"/>
    <dgm:cxn modelId="{DB0374E5-B9CE-8445-9306-48E54C0ED767}" type="presParOf" srcId="{B57DAFAD-7A78-6641-98F8-1865D18231B2}" destId="{C534F9EF-A17F-BF4E-BA28-AACD455E3353}" srcOrd="4" destOrd="0" presId="urn:microsoft.com/office/officeart/2008/layout/VerticalCurvedList"/>
    <dgm:cxn modelId="{C1279453-8FF3-1D44-91C2-0C58EACAD99C}" type="presParOf" srcId="{C534F9EF-A17F-BF4E-BA28-AACD455E3353}" destId="{D8F81152-B7BF-A34F-AB53-7DE5FF9EDDFE}" srcOrd="0" destOrd="0" presId="urn:microsoft.com/office/officeart/2008/layout/VerticalCurvedList"/>
    <dgm:cxn modelId="{84E65CA3-DB01-F841-BE56-30B6C8A5A3A5}" type="presParOf" srcId="{B57DAFAD-7A78-6641-98F8-1865D18231B2}" destId="{7495A742-1012-8344-B56C-470D619CE5C1}" srcOrd="5" destOrd="0" presId="urn:microsoft.com/office/officeart/2008/layout/VerticalCurvedList"/>
    <dgm:cxn modelId="{08FE37D3-BEF9-8A4D-AEA3-D26ABF33107F}" type="presParOf" srcId="{B57DAFAD-7A78-6641-98F8-1865D18231B2}" destId="{53F671D2-2256-4F43-9CE9-209E7758BDB2}" srcOrd="6" destOrd="0" presId="urn:microsoft.com/office/officeart/2008/layout/VerticalCurvedList"/>
    <dgm:cxn modelId="{6E5BF959-9219-6043-924E-2B456B15BC08}" type="presParOf" srcId="{53F671D2-2256-4F43-9CE9-209E7758BDB2}" destId="{EAEE0019-BB20-994C-B571-F02BC19A51AC}" srcOrd="0" destOrd="0" presId="urn:microsoft.com/office/officeart/2008/layout/VerticalCurvedList"/>
    <dgm:cxn modelId="{460EE8F3-285C-EE40-8BBD-C6F21492C70F}" type="presParOf" srcId="{B57DAFAD-7A78-6641-98F8-1865D18231B2}" destId="{DC99636B-52B7-C04D-A2FA-4C02225ECD69}" srcOrd="7" destOrd="0" presId="urn:microsoft.com/office/officeart/2008/layout/VerticalCurvedList"/>
    <dgm:cxn modelId="{18186204-40C9-8A40-98D8-C1E1D30206C6}" type="presParOf" srcId="{B57DAFAD-7A78-6641-98F8-1865D18231B2}" destId="{03EC9798-B485-6C4C-B94F-9DE7AA8FC5CF}" srcOrd="8" destOrd="0" presId="urn:microsoft.com/office/officeart/2008/layout/VerticalCurvedList"/>
    <dgm:cxn modelId="{52E6AD53-BB01-CB46-9E91-F9E9844B7338}" type="presParOf" srcId="{03EC9798-B485-6C4C-B94F-9DE7AA8FC5CF}" destId="{77D81F01-9338-DF49-932A-15DA0107E3A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D157E0-8694-4C40-B8E8-84CB6BBE8588}">
      <dsp:nvSpPr>
        <dsp:cNvPr id="0" name=""/>
        <dsp:cNvSpPr/>
      </dsp:nvSpPr>
      <dsp:spPr>
        <a:xfrm>
          <a:off x="0" y="0"/>
          <a:ext cx="812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140A0-412F-424D-A16F-1F5B5ECC05D6}">
      <dsp:nvSpPr>
        <dsp:cNvPr id="0" name=""/>
        <dsp:cNvSpPr/>
      </dsp:nvSpPr>
      <dsp:spPr>
        <a:xfrm>
          <a:off x="0" y="0"/>
          <a:ext cx="8128000" cy="135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Introduction</a:t>
          </a:r>
        </a:p>
        <a:p>
          <a:pPr marL="0" lvl="0" indent="0" algn="l" defTabSz="1244600">
            <a:lnSpc>
              <a:spcPct val="90000"/>
            </a:lnSpc>
            <a:spcBef>
              <a:spcPct val="0"/>
            </a:spcBef>
            <a:spcAft>
              <a:spcPct val="35000"/>
            </a:spcAft>
            <a:buNone/>
          </a:pPr>
          <a:r>
            <a:rPr lang="en-US" sz="2800" kern="1200" dirty="0" err="1"/>
            <a:t>簡介</a:t>
          </a:r>
          <a:endParaRPr lang="en-US" sz="2800" kern="1200" dirty="0"/>
        </a:p>
      </dsp:txBody>
      <dsp:txXfrm>
        <a:off x="0" y="0"/>
        <a:ext cx="8128000" cy="1354666"/>
      </dsp:txXfrm>
    </dsp:sp>
    <dsp:sp modelId="{858E611F-8C94-C143-89FF-FE8655F40837}">
      <dsp:nvSpPr>
        <dsp:cNvPr id="0" name=""/>
        <dsp:cNvSpPr/>
      </dsp:nvSpPr>
      <dsp:spPr>
        <a:xfrm>
          <a:off x="0" y="1354666"/>
          <a:ext cx="812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9ED898-7BA7-0E41-8C93-DECFFEAE271A}">
      <dsp:nvSpPr>
        <dsp:cNvPr id="0" name=""/>
        <dsp:cNvSpPr/>
      </dsp:nvSpPr>
      <dsp:spPr>
        <a:xfrm>
          <a:off x="0" y="1354666"/>
          <a:ext cx="8128000" cy="135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What is full stack development</a:t>
          </a:r>
        </a:p>
        <a:p>
          <a:pPr marL="0" lvl="0" indent="0" algn="l" defTabSz="1244600">
            <a:lnSpc>
              <a:spcPct val="90000"/>
            </a:lnSpc>
            <a:spcBef>
              <a:spcPct val="0"/>
            </a:spcBef>
            <a:spcAft>
              <a:spcPct val="35000"/>
            </a:spcAft>
            <a:buNone/>
          </a:pPr>
          <a:r>
            <a:rPr lang="en-US" sz="2800" kern="1200" dirty="0" err="1"/>
            <a:t>什麼是全端</a:t>
          </a:r>
          <a:r>
            <a:rPr lang="en-US" sz="2800" kern="1200" dirty="0"/>
            <a:t> (Full Stack) </a:t>
          </a:r>
          <a:r>
            <a:rPr lang="en-US" sz="2800" kern="1200" dirty="0" err="1"/>
            <a:t>開發</a:t>
          </a:r>
          <a:endParaRPr lang="en-US" sz="2800" kern="1200" dirty="0"/>
        </a:p>
      </dsp:txBody>
      <dsp:txXfrm>
        <a:off x="0" y="1354666"/>
        <a:ext cx="8128000" cy="1354666"/>
      </dsp:txXfrm>
    </dsp:sp>
    <dsp:sp modelId="{4C2AABB4-5F26-B441-911E-A5CF32E74288}">
      <dsp:nvSpPr>
        <dsp:cNvPr id="0" name=""/>
        <dsp:cNvSpPr/>
      </dsp:nvSpPr>
      <dsp:spPr>
        <a:xfrm>
          <a:off x="0" y="2709333"/>
          <a:ext cx="812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23C740-2002-4C47-8F73-357C87CC749A}">
      <dsp:nvSpPr>
        <dsp:cNvPr id="0" name=""/>
        <dsp:cNvSpPr/>
      </dsp:nvSpPr>
      <dsp:spPr>
        <a:xfrm>
          <a:off x="0" y="2709333"/>
          <a:ext cx="8128000" cy="135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Full Stack Technologies</a:t>
          </a:r>
        </a:p>
        <a:p>
          <a:pPr marL="0" lvl="0" indent="0" algn="l" defTabSz="1244600">
            <a:lnSpc>
              <a:spcPct val="90000"/>
            </a:lnSpc>
            <a:spcBef>
              <a:spcPct val="0"/>
            </a:spcBef>
            <a:spcAft>
              <a:spcPct val="35000"/>
            </a:spcAft>
            <a:buNone/>
          </a:pPr>
          <a:r>
            <a:rPr lang="en-US" sz="2800" kern="1200" dirty="0" err="1"/>
            <a:t>全端開發的技術</a:t>
          </a:r>
          <a:endParaRPr lang="en-US" sz="2800" kern="1200" dirty="0"/>
        </a:p>
      </dsp:txBody>
      <dsp:txXfrm>
        <a:off x="0" y="2709333"/>
        <a:ext cx="8128000" cy="1354666"/>
      </dsp:txXfrm>
    </dsp:sp>
    <dsp:sp modelId="{152F9B3B-6DD3-4949-A230-F2DDF4A06948}">
      <dsp:nvSpPr>
        <dsp:cNvPr id="0" name=""/>
        <dsp:cNvSpPr/>
      </dsp:nvSpPr>
      <dsp:spPr>
        <a:xfrm>
          <a:off x="0" y="4064000"/>
          <a:ext cx="812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94E0FE-5489-5949-9B1D-F2FD3F55A5D2}">
      <dsp:nvSpPr>
        <dsp:cNvPr id="0" name=""/>
        <dsp:cNvSpPr/>
      </dsp:nvSpPr>
      <dsp:spPr>
        <a:xfrm>
          <a:off x="0" y="4064000"/>
          <a:ext cx="8128000" cy="135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Advantages of full stack development</a:t>
          </a:r>
        </a:p>
        <a:p>
          <a:pPr marL="0" lvl="0" indent="0" algn="l" defTabSz="1244600">
            <a:lnSpc>
              <a:spcPct val="90000"/>
            </a:lnSpc>
            <a:spcBef>
              <a:spcPct val="0"/>
            </a:spcBef>
            <a:spcAft>
              <a:spcPct val="35000"/>
            </a:spcAft>
            <a:buNone/>
          </a:pPr>
          <a:r>
            <a:rPr lang="en-US" sz="2800" kern="1200" dirty="0" err="1"/>
            <a:t>全端開發的特點及優勢</a:t>
          </a:r>
          <a:endParaRPr lang="en-US" sz="2800" kern="1200" dirty="0"/>
        </a:p>
      </dsp:txBody>
      <dsp:txXfrm>
        <a:off x="0" y="4064000"/>
        <a:ext cx="8128000" cy="135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AC343-3BE3-FC4E-918A-F5B6695B2576}">
      <dsp:nvSpPr>
        <dsp:cNvPr id="0" name=""/>
        <dsp:cNvSpPr/>
      </dsp:nvSpPr>
      <dsp:spPr>
        <a:xfrm>
          <a:off x="-4597086" y="-704826"/>
          <a:ext cx="5476083" cy="5476083"/>
        </a:xfrm>
        <a:prstGeom prst="blockArc">
          <a:avLst>
            <a:gd name="adj1" fmla="val 18900000"/>
            <a:gd name="adj2" fmla="val 2700000"/>
            <a:gd name="adj3" fmla="val 394"/>
          </a:avLst>
        </a:pr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3E3AA5-2DA3-E746-A3D7-965118BC3974}">
      <dsp:nvSpPr>
        <dsp:cNvPr id="0" name=""/>
        <dsp:cNvSpPr/>
      </dsp:nvSpPr>
      <dsp:spPr>
        <a:xfrm>
          <a:off x="460398" y="312627"/>
          <a:ext cx="9819726"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25400" rIns="25400" bIns="25400" numCol="1" spcCol="1270" anchor="ctr" anchorCtr="0">
          <a:noAutofit/>
        </a:bodyPr>
        <a:lstStyle/>
        <a:p>
          <a:pPr marL="0" lvl="0" indent="0" algn="l" defTabSz="444500">
            <a:lnSpc>
              <a:spcPct val="90000"/>
            </a:lnSpc>
            <a:spcBef>
              <a:spcPct val="0"/>
            </a:spcBef>
            <a:spcAft>
              <a:spcPct val="35000"/>
            </a:spcAft>
            <a:buNone/>
          </a:pPr>
          <a:r>
            <a:rPr lang="en-US" sz="1000" kern="1200"/>
            <a:t>Full stack development is the process of designing, creating, testing, and deploying a complete web application from start to finish.</a:t>
          </a:r>
        </a:p>
        <a:p>
          <a:pPr marL="0" lvl="0" indent="0" algn="l" defTabSz="444500">
            <a:lnSpc>
              <a:spcPct val="90000"/>
            </a:lnSpc>
            <a:spcBef>
              <a:spcPct val="0"/>
            </a:spcBef>
            <a:spcAft>
              <a:spcPct val="35000"/>
            </a:spcAft>
            <a:buNone/>
          </a:pPr>
          <a:r>
            <a:rPr lang="en-US" sz="1000" kern="1200"/>
            <a:t>全端開發是從頭到尾設計</a:t>
          </a:r>
          <a:r>
            <a:rPr lang="zh-TW" altLang="en-US" sz="1000" kern="1200"/>
            <a:t>，創建，測試以及部署完整網頁或是行動應用程式的過程</a:t>
          </a:r>
          <a:endParaRPr lang="en-US" sz="1000" kern="1200" dirty="0"/>
        </a:p>
      </dsp:txBody>
      <dsp:txXfrm>
        <a:off x="460398" y="312627"/>
        <a:ext cx="9819726" cy="625579"/>
      </dsp:txXfrm>
    </dsp:sp>
    <dsp:sp modelId="{8369352A-4B9D-054F-A645-030F16AF6296}">
      <dsp:nvSpPr>
        <dsp:cNvPr id="0" name=""/>
        <dsp:cNvSpPr/>
      </dsp:nvSpPr>
      <dsp:spPr>
        <a:xfrm>
          <a:off x="69411" y="234429"/>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81D649-A905-8842-BD57-D1BB2871717D}">
      <dsp:nvSpPr>
        <dsp:cNvPr id="0" name=""/>
        <dsp:cNvSpPr/>
      </dsp:nvSpPr>
      <dsp:spPr>
        <a:xfrm>
          <a:off x="819057" y="1251159"/>
          <a:ext cx="9461067"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25400" rIns="25400" bIns="25400" numCol="1" spcCol="1270" anchor="ctr" anchorCtr="0">
          <a:noAutofit/>
        </a:bodyPr>
        <a:lstStyle/>
        <a:p>
          <a:pPr marL="0" lvl="0" indent="0" algn="l" defTabSz="444500">
            <a:lnSpc>
              <a:spcPct val="90000"/>
            </a:lnSpc>
            <a:spcBef>
              <a:spcPct val="0"/>
            </a:spcBef>
            <a:spcAft>
              <a:spcPct val="35000"/>
            </a:spcAft>
            <a:buNone/>
          </a:pPr>
          <a:r>
            <a:rPr lang="en-US" altLang="ja-JP" sz="1000" kern="1200" dirty="0"/>
            <a:t>It involves working with various technologies and tools, including front-end web/mobile development, back-end development, and database development.</a:t>
          </a:r>
        </a:p>
        <a:p>
          <a:pPr marL="0" lvl="0" indent="0" algn="l" defTabSz="444500">
            <a:lnSpc>
              <a:spcPct val="90000"/>
            </a:lnSpc>
            <a:spcBef>
              <a:spcPct val="0"/>
            </a:spcBef>
            <a:spcAft>
              <a:spcPct val="35000"/>
            </a:spcAft>
            <a:buNone/>
          </a:pPr>
          <a:r>
            <a:rPr lang="ja-JP" altLang="en-US" sz="1000" kern="1200"/>
            <a:t>它涉及使用各種技術與工具，包括前端的網頁／行動開發、後端的商業邏輯以及資料庫開發。</a:t>
          </a:r>
          <a:endParaRPr lang="en-US" sz="1000" kern="1200" dirty="0"/>
        </a:p>
      </dsp:txBody>
      <dsp:txXfrm>
        <a:off x="819057" y="1251159"/>
        <a:ext cx="9461067" cy="625579"/>
      </dsp:txXfrm>
    </dsp:sp>
    <dsp:sp modelId="{D8F81152-B7BF-A34F-AB53-7DE5FF9EDDFE}">
      <dsp:nvSpPr>
        <dsp:cNvPr id="0" name=""/>
        <dsp:cNvSpPr/>
      </dsp:nvSpPr>
      <dsp:spPr>
        <a:xfrm>
          <a:off x="428070" y="1172962"/>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95A742-1012-8344-B56C-470D619CE5C1}">
      <dsp:nvSpPr>
        <dsp:cNvPr id="0" name=""/>
        <dsp:cNvSpPr/>
      </dsp:nvSpPr>
      <dsp:spPr>
        <a:xfrm>
          <a:off x="819057" y="2189691"/>
          <a:ext cx="9461067"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25400" rIns="25400" bIns="25400" numCol="1" spcCol="1270" anchor="ctr" anchorCtr="0">
          <a:noAutofit/>
        </a:bodyPr>
        <a:lstStyle/>
        <a:p>
          <a:pPr marL="0" lvl="0" indent="0" algn="l" defTabSz="444500">
            <a:lnSpc>
              <a:spcPct val="90000"/>
            </a:lnSpc>
            <a:spcBef>
              <a:spcPct val="0"/>
            </a:spcBef>
            <a:spcAft>
              <a:spcPct val="35000"/>
            </a:spcAft>
            <a:buNone/>
          </a:pPr>
          <a:r>
            <a:rPr lang="en-US" altLang="ja-JP" sz="1000" kern="1200" dirty="0"/>
            <a:t>Full stack development is a term used to describe a software engineer or developer who works with both the front and back end of a website or application</a:t>
          </a:r>
        </a:p>
        <a:p>
          <a:pPr marL="0" lvl="0" indent="0" algn="l" defTabSz="444500">
            <a:lnSpc>
              <a:spcPct val="90000"/>
            </a:lnSpc>
            <a:spcBef>
              <a:spcPct val="0"/>
            </a:spcBef>
            <a:spcAft>
              <a:spcPct val="35000"/>
            </a:spcAft>
            <a:buNone/>
          </a:pPr>
          <a:r>
            <a:rPr lang="ja-JP" altLang="en-US" sz="1000" kern="1200"/>
            <a:t>全端開發是用來描述一位同時負責網站或應用程式前端與後端的軟體工程師或開發人員的術語。</a:t>
          </a:r>
          <a:endParaRPr lang="en-US" sz="1000" kern="1200" dirty="0"/>
        </a:p>
      </dsp:txBody>
      <dsp:txXfrm>
        <a:off x="819057" y="2189691"/>
        <a:ext cx="9461067" cy="625579"/>
      </dsp:txXfrm>
    </dsp:sp>
    <dsp:sp modelId="{EAEE0019-BB20-994C-B571-F02BC19A51AC}">
      <dsp:nvSpPr>
        <dsp:cNvPr id="0" name=""/>
        <dsp:cNvSpPr/>
      </dsp:nvSpPr>
      <dsp:spPr>
        <a:xfrm>
          <a:off x="428070" y="2111494"/>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9636B-52B7-C04D-A2FA-4C02225ECD69}">
      <dsp:nvSpPr>
        <dsp:cNvPr id="0" name=""/>
        <dsp:cNvSpPr/>
      </dsp:nvSpPr>
      <dsp:spPr>
        <a:xfrm>
          <a:off x="460398" y="3128224"/>
          <a:ext cx="9819726"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25400" rIns="25400" bIns="25400" numCol="1" spcCol="1270" anchor="ctr" anchorCtr="0">
          <a:noAutofit/>
        </a:bodyPr>
        <a:lstStyle/>
        <a:p>
          <a:pPr marL="0" lvl="0" indent="0" algn="l" defTabSz="444500">
            <a:lnSpc>
              <a:spcPct val="90000"/>
            </a:lnSpc>
            <a:spcBef>
              <a:spcPct val="0"/>
            </a:spcBef>
            <a:spcAft>
              <a:spcPct val="35000"/>
            </a:spcAft>
            <a:buNone/>
          </a:pPr>
          <a:r>
            <a:rPr lang="en-US" altLang="ja-JP" sz="1000" kern="1200" dirty="0"/>
            <a:t>A full-stack developer is comfortable working with front-end and back-end technologies that power a website or application</a:t>
          </a:r>
        </a:p>
        <a:p>
          <a:pPr marL="0" lvl="0" indent="0" algn="l" defTabSz="444500">
            <a:lnSpc>
              <a:spcPct val="90000"/>
            </a:lnSpc>
            <a:spcBef>
              <a:spcPct val="0"/>
            </a:spcBef>
            <a:spcAft>
              <a:spcPct val="35000"/>
            </a:spcAft>
            <a:buNone/>
          </a:pPr>
          <a:r>
            <a:rPr lang="ja-JP" altLang="en-US" sz="1000" kern="1200"/>
            <a:t>全端開發人員能夠熟練地使用驅動網站／行動應用程式的前端與後端技術。</a:t>
          </a:r>
          <a:endParaRPr lang="en-US" sz="1000" kern="1200" dirty="0"/>
        </a:p>
      </dsp:txBody>
      <dsp:txXfrm>
        <a:off x="460398" y="3128224"/>
        <a:ext cx="9819726" cy="625579"/>
      </dsp:txXfrm>
    </dsp:sp>
    <dsp:sp modelId="{77D81F01-9338-DF49-932A-15DA0107E3A2}">
      <dsp:nvSpPr>
        <dsp:cNvPr id="0" name=""/>
        <dsp:cNvSpPr/>
      </dsp:nvSpPr>
      <dsp:spPr>
        <a:xfrm>
          <a:off x="69411" y="3050026"/>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891E2-13D7-1045-8B92-2E1327027BA5}">
      <dsp:nvSpPr>
        <dsp:cNvPr id="0" name=""/>
        <dsp:cNvSpPr/>
      </dsp:nvSpPr>
      <dsp:spPr>
        <a:xfrm rot="5400000">
          <a:off x="5919455" y="-2361575"/>
          <a:ext cx="1586861" cy="6706826"/>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n-US" sz="900" kern="1200" dirty="0"/>
            <a:t>Web Development /</a:t>
          </a:r>
          <a:r>
            <a:rPr lang="zh-TW" altLang="en-US" sz="900" kern="1200" dirty="0"/>
            <a:t> 網頁開發</a:t>
          </a:r>
          <a:endParaRPr lang="en-US" sz="900" kern="1200" dirty="0"/>
        </a:p>
        <a:p>
          <a:pPr marL="114300" lvl="2" indent="-57150" algn="l" defTabSz="400050">
            <a:lnSpc>
              <a:spcPct val="90000"/>
            </a:lnSpc>
            <a:spcBef>
              <a:spcPct val="0"/>
            </a:spcBef>
            <a:spcAft>
              <a:spcPct val="15000"/>
            </a:spcAft>
            <a:buChar char="•"/>
          </a:pPr>
          <a:r>
            <a:rPr lang="en-US" sz="900" kern="1200" dirty="0"/>
            <a:t>HTML</a:t>
          </a:r>
        </a:p>
        <a:p>
          <a:pPr marL="114300" lvl="2" indent="-57150" algn="l" defTabSz="400050">
            <a:lnSpc>
              <a:spcPct val="90000"/>
            </a:lnSpc>
            <a:spcBef>
              <a:spcPct val="0"/>
            </a:spcBef>
            <a:spcAft>
              <a:spcPct val="15000"/>
            </a:spcAft>
            <a:buChar char="•"/>
          </a:pPr>
          <a:r>
            <a:rPr lang="en-US" sz="900" kern="1200" dirty="0"/>
            <a:t>CSS</a:t>
          </a:r>
        </a:p>
        <a:p>
          <a:pPr marL="114300" lvl="2" indent="-57150" algn="l" defTabSz="400050">
            <a:lnSpc>
              <a:spcPct val="90000"/>
            </a:lnSpc>
            <a:spcBef>
              <a:spcPct val="0"/>
            </a:spcBef>
            <a:spcAft>
              <a:spcPct val="15000"/>
            </a:spcAft>
            <a:buChar char="•"/>
          </a:pPr>
          <a:r>
            <a:rPr lang="en-US" sz="900" kern="1200" dirty="0"/>
            <a:t>JavaScript</a:t>
          </a:r>
        </a:p>
        <a:p>
          <a:pPr marL="57150" lvl="1" indent="-57150" algn="l" defTabSz="400050">
            <a:lnSpc>
              <a:spcPct val="90000"/>
            </a:lnSpc>
            <a:spcBef>
              <a:spcPct val="0"/>
            </a:spcBef>
            <a:spcAft>
              <a:spcPct val="15000"/>
            </a:spcAft>
            <a:buChar char="•"/>
          </a:pPr>
          <a:r>
            <a:rPr lang="en-US" sz="900" kern="1200" dirty="0"/>
            <a:t>iOS Development</a:t>
          </a:r>
          <a:r>
            <a:rPr lang="zh-TW" altLang="en-US" sz="900" kern="1200" dirty="0"/>
            <a:t> </a:t>
          </a:r>
          <a:r>
            <a:rPr lang="en-US" altLang="zh-TW" sz="900" kern="1200" dirty="0"/>
            <a:t>/</a:t>
          </a:r>
          <a:r>
            <a:rPr lang="zh-TW" altLang="en-US" sz="900" kern="1200" dirty="0"/>
            <a:t> </a:t>
          </a:r>
          <a:r>
            <a:rPr lang="en-US" altLang="zh-TW" sz="900" kern="1200" dirty="0"/>
            <a:t>iOS </a:t>
          </a:r>
          <a:r>
            <a:rPr lang="zh-TW" altLang="en-US" sz="900" kern="1200" dirty="0"/>
            <a:t>開發</a:t>
          </a:r>
          <a:endParaRPr lang="en-US" sz="900" kern="1200" dirty="0"/>
        </a:p>
        <a:p>
          <a:pPr marL="114300" lvl="2" indent="-57150" algn="l" defTabSz="400050">
            <a:lnSpc>
              <a:spcPct val="90000"/>
            </a:lnSpc>
            <a:spcBef>
              <a:spcPct val="0"/>
            </a:spcBef>
            <a:spcAft>
              <a:spcPct val="15000"/>
            </a:spcAft>
            <a:buChar char="•"/>
          </a:pPr>
          <a:r>
            <a:rPr lang="en-US" sz="900" kern="1200" dirty="0"/>
            <a:t>Swift - </a:t>
          </a:r>
          <a:r>
            <a:rPr lang="en-US" sz="900" kern="1200" dirty="0" err="1"/>
            <a:t>XCode</a:t>
          </a:r>
          <a:endParaRPr lang="en-US" sz="900" kern="1200" dirty="0"/>
        </a:p>
        <a:p>
          <a:pPr marL="57150" lvl="1" indent="-57150" algn="l" defTabSz="400050">
            <a:lnSpc>
              <a:spcPct val="90000"/>
            </a:lnSpc>
            <a:spcBef>
              <a:spcPct val="0"/>
            </a:spcBef>
            <a:spcAft>
              <a:spcPct val="15000"/>
            </a:spcAft>
            <a:buChar char="•"/>
          </a:pPr>
          <a:r>
            <a:rPr lang="en-US" sz="900" kern="1200" dirty="0"/>
            <a:t>Android Development</a:t>
          </a:r>
        </a:p>
        <a:p>
          <a:pPr marL="114300" lvl="2" indent="-57150" algn="l" defTabSz="400050">
            <a:lnSpc>
              <a:spcPct val="90000"/>
            </a:lnSpc>
            <a:spcBef>
              <a:spcPct val="0"/>
            </a:spcBef>
            <a:spcAft>
              <a:spcPct val="15000"/>
            </a:spcAft>
            <a:buChar char="•"/>
          </a:pPr>
          <a:r>
            <a:rPr lang="en-US" sz="900" kern="1200" dirty="0"/>
            <a:t>Kotlin - Android Studio</a:t>
          </a:r>
        </a:p>
      </dsp:txBody>
      <dsp:txXfrm rot="-5400000">
        <a:off x="3359473" y="275871"/>
        <a:ext cx="6629362" cy="1431933"/>
      </dsp:txXfrm>
    </dsp:sp>
    <dsp:sp modelId="{B7BA92B3-B22B-4E48-A992-1292A5B60EA0}">
      <dsp:nvSpPr>
        <dsp:cNvPr id="0" name=""/>
        <dsp:cNvSpPr/>
      </dsp:nvSpPr>
      <dsp:spPr>
        <a:xfrm>
          <a:off x="382182" y="49"/>
          <a:ext cx="2977290" cy="198357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Front End Technologies / </a:t>
          </a:r>
          <a:r>
            <a:rPr lang="en-US" sz="2400" kern="1200" dirty="0" err="1"/>
            <a:t>前端技術</a:t>
          </a:r>
          <a:endParaRPr lang="en-US" sz="2400" kern="1200" dirty="0"/>
        </a:p>
      </dsp:txBody>
      <dsp:txXfrm>
        <a:off x="479012" y="96879"/>
        <a:ext cx="2783630" cy="1789916"/>
      </dsp:txXfrm>
    </dsp:sp>
    <dsp:sp modelId="{245DDE6A-1F2F-BD4B-8F14-76351CFB0DAD}">
      <dsp:nvSpPr>
        <dsp:cNvPr id="0" name=""/>
        <dsp:cNvSpPr/>
      </dsp:nvSpPr>
      <dsp:spPr>
        <a:xfrm rot="5400000">
          <a:off x="5950390" y="-278820"/>
          <a:ext cx="1586861" cy="6706826"/>
        </a:xfrm>
        <a:prstGeom prst="round2SameRect">
          <a:avLst/>
        </a:prstGeom>
        <a:solidFill>
          <a:schemeClr val="accent5">
            <a:tint val="40000"/>
            <a:alpha val="90000"/>
            <a:hueOff val="8905181"/>
            <a:satOff val="-8244"/>
            <a:lumOff val="-1187"/>
            <a:alphaOff val="0"/>
          </a:schemeClr>
        </a:solidFill>
        <a:ln w="12700" cap="flat" cmpd="sng" algn="ctr">
          <a:solidFill>
            <a:schemeClr val="accent5">
              <a:tint val="40000"/>
              <a:alpha val="90000"/>
              <a:hueOff val="8905181"/>
              <a:satOff val="-8244"/>
              <a:lumOff val="-11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34290" bIns="17145" numCol="1" spcCol="1270" anchor="ctr" anchorCtr="0">
          <a:noAutofit/>
        </a:bodyPr>
        <a:lstStyle/>
        <a:p>
          <a:pPr marL="57150" lvl="1" indent="-57150" algn="l" defTabSz="400050">
            <a:lnSpc>
              <a:spcPct val="90000"/>
            </a:lnSpc>
            <a:spcBef>
              <a:spcPct val="0"/>
            </a:spcBef>
            <a:spcAft>
              <a:spcPct val="15000"/>
            </a:spcAft>
            <a:buChar char="•"/>
          </a:pPr>
          <a:r>
            <a:rPr lang="en-US" sz="900" kern="1200" dirty="0"/>
            <a:t>ReactJS (TypeScript)</a:t>
          </a:r>
        </a:p>
        <a:p>
          <a:pPr marL="57150" lvl="1" indent="-57150" algn="l" defTabSz="400050">
            <a:lnSpc>
              <a:spcPct val="90000"/>
            </a:lnSpc>
            <a:spcBef>
              <a:spcPct val="0"/>
            </a:spcBef>
            <a:spcAft>
              <a:spcPct val="15000"/>
            </a:spcAft>
            <a:buChar char="•"/>
          </a:pPr>
          <a:r>
            <a:rPr lang="en-US" sz="900" kern="1200" dirty="0"/>
            <a:t>Bootstrap + template</a:t>
          </a:r>
        </a:p>
        <a:p>
          <a:pPr marL="57150" lvl="1" indent="-57150" algn="l" defTabSz="400050">
            <a:lnSpc>
              <a:spcPct val="90000"/>
            </a:lnSpc>
            <a:spcBef>
              <a:spcPct val="0"/>
            </a:spcBef>
            <a:spcAft>
              <a:spcPct val="15000"/>
            </a:spcAft>
            <a:buChar char="•"/>
          </a:pPr>
          <a:r>
            <a:rPr lang="en-US" sz="900" kern="1200" dirty="0"/>
            <a:t>Tailwind + TypeScript</a:t>
          </a:r>
        </a:p>
      </dsp:txBody>
      <dsp:txXfrm rot="-5400000">
        <a:off x="3390408" y="2358626"/>
        <a:ext cx="6629362" cy="1431933"/>
      </dsp:txXfrm>
    </dsp:sp>
    <dsp:sp modelId="{F5B56E4E-C001-5742-9048-ACAC3719364B}">
      <dsp:nvSpPr>
        <dsp:cNvPr id="0" name=""/>
        <dsp:cNvSpPr/>
      </dsp:nvSpPr>
      <dsp:spPr>
        <a:xfrm>
          <a:off x="382182" y="2082804"/>
          <a:ext cx="3008225" cy="1983576"/>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Back End Frameworks and Libraries </a:t>
          </a:r>
          <a:r>
            <a:rPr lang="en-US" sz="2400" kern="1200" dirty="0" err="1"/>
            <a:t>前端開發框架及資源</a:t>
          </a:r>
          <a:endParaRPr lang="en-US" sz="2400" kern="1200" dirty="0"/>
        </a:p>
      </dsp:txBody>
      <dsp:txXfrm>
        <a:off x="479012" y="2179634"/>
        <a:ext cx="2814565" cy="17899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891E2-13D7-1045-8B92-2E1327027BA5}">
      <dsp:nvSpPr>
        <dsp:cNvPr id="0" name=""/>
        <dsp:cNvSpPr/>
      </dsp:nvSpPr>
      <dsp:spPr>
        <a:xfrm rot="5400000">
          <a:off x="6188697" y="-2696192"/>
          <a:ext cx="1048376" cy="6706826"/>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Python, PHP, Java, </a:t>
          </a:r>
          <a:r>
            <a:rPr lang="en-US" sz="1800" kern="1200" dirty="0" err="1"/>
            <a:t>React.JS</a:t>
          </a:r>
          <a:r>
            <a:rPr lang="en-US" sz="1800" kern="1200" dirty="0"/>
            <a:t> + TypeScript</a:t>
          </a:r>
        </a:p>
      </dsp:txBody>
      <dsp:txXfrm rot="-5400000">
        <a:off x="3359473" y="184209"/>
        <a:ext cx="6655649" cy="946022"/>
      </dsp:txXfrm>
    </dsp:sp>
    <dsp:sp modelId="{B7BA92B3-B22B-4E48-A992-1292A5B60EA0}">
      <dsp:nvSpPr>
        <dsp:cNvPr id="0" name=""/>
        <dsp:cNvSpPr/>
      </dsp:nvSpPr>
      <dsp:spPr>
        <a:xfrm>
          <a:off x="382182" y="1985"/>
          <a:ext cx="2977290" cy="13104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Front End Technologies / </a:t>
          </a:r>
          <a:r>
            <a:rPr lang="en-US" sz="2000" kern="1200" dirty="0" err="1"/>
            <a:t>前端技術</a:t>
          </a:r>
          <a:endParaRPr lang="en-US" sz="2000" kern="1200" dirty="0"/>
        </a:p>
      </dsp:txBody>
      <dsp:txXfrm>
        <a:off x="446154" y="65957"/>
        <a:ext cx="2849346" cy="1182526"/>
      </dsp:txXfrm>
    </dsp:sp>
    <dsp:sp modelId="{245DDE6A-1F2F-BD4B-8F14-76351CFB0DAD}">
      <dsp:nvSpPr>
        <dsp:cNvPr id="0" name=""/>
        <dsp:cNvSpPr/>
      </dsp:nvSpPr>
      <dsp:spPr>
        <a:xfrm rot="5400000">
          <a:off x="6219632" y="-1320197"/>
          <a:ext cx="1048376" cy="6706826"/>
        </a:xfrm>
        <a:prstGeom prst="round2SameRect">
          <a:avLst/>
        </a:prstGeom>
        <a:solidFill>
          <a:schemeClr val="accent5">
            <a:tint val="40000"/>
            <a:alpha val="90000"/>
            <a:hueOff val="4452590"/>
            <a:satOff val="-4122"/>
            <a:lumOff val="-594"/>
            <a:alphaOff val="0"/>
          </a:schemeClr>
        </a:solidFill>
        <a:ln w="12700" cap="flat" cmpd="sng" algn="ctr">
          <a:solidFill>
            <a:schemeClr val="accent5">
              <a:tint val="40000"/>
              <a:alpha val="90000"/>
              <a:hueOff val="4452590"/>
              <a:satOff val="-4122"/>
              <a:lumOff val="-5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Django/Flask - Python</a:t>
          </a:r>
        </a:p>
        <a:p>
          <a:pPr marL="171450" lvl="1" indent="-171450" algn="l" defTabSz="800100">
            <a:lnSpc>
              <a:spcPct val="90000"/>
            </a:lnSpc>
            <a:spcBef>
              <a:spcPct val="0"/>
            </a:spcBef>
            <a:spcAft>
              <a:spcPct val="15000"/>
            </a:spcAft>
            <a:buChar char="•"/>
          </a:pPr>
          <a:r>
            <a:rPr lang="en-US" sz="1800" kern="1200" dirty="0" err="1"/>
            <a:t>Node.JS</a:t>
          </a:r>
          <a:endParaRPr lang="en-US" sz="1800" kern="1200" dirty="0"/>
        </a:p>
        <a:p>
          <a:pPr marL="171450" lvl="1" indent="-171450" algn="l" defTabSz="800100">
            <a:lnSpc>
              <a:spcPct val="90000"/>
            </a:lnSpc>
            <a:spcBef>
              <a:spcPct val="0"/>
            </a:spcBef>
            <a:spcAft>
              <a:spcPct val="15000"/>
            </a:spcAft>
            <a:buChar char="•"/>
          </a:pPr>
          <a:r>
            <a:rPr lang="en-US" sz="1800" kern="1200" dirty="0"/>
            <a:t>Maven</a:t>
          </a:r>
        </a:p>
      </dsp:txBody>
      <dsp:txXfrm rot="-5400000">
        <a:off x="3390408" y="1560204"/>
        <a:ext cx="6655649" cy="946022"/>
      </dsp:txXfrm>
    </dsp:sp>
    <dsp:sp modelId="{F5B56E4E-C001-5742-9048-ACAC3719364B}">
      <dsp:nvSpPr>
        <dsp:cNvPr id="0" name=""/>
        <dsp:cNvSpPr/>
      </dsp:nvSpPr>
      <dsp:spPr>
        <a:xfrm>
          <a:off x="382182" y="1377980"/>
          <a:ext cx="3008225" cy="1310470"/>
        </a:xfrm>
        <a:prstGeom prst="roundRect">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Back End Frameworks and Libraries </a:t>
          </a:r>
          <a:r>
            <a:rPr lang="en-US" sz="2000" kern="1200" dirty="0" err="1"/>
            <a:t>前端開發框架及資源</a:t>
          </a:r>
          <a:endParaRPr lang="en-US" sz="2000" kern="1200" dirty="0"/>
        </a:p>
      </dsp:txBody>
      <dsp:txXfrm>
        <a:off x="446154" y="1441952"/>
        <a:ext cx="2880281" cy="1182526"/>
      </dsp:txXfrm>
    </dsp:sp>
    <dsp:sp modelId="{4F4D92F1-718D-0D46-8E41-0F20732A7B31}">
      <dsp:nvSpPr>
        <dsp:cNvPr id="0" name=""/>
        <dsp:cNvSpPr/>
      </dsp:nvSpPr>
      <dsp:spPr>
        <a:xfrm rot="5400000">
          <a:off x="6195207" y="57775"/>
          <a:ext cx="1048376" cy="6702869"/>
        </a:xfrm>
        <a:prstGeom prst="round2SameRect">
          <a:avLst/>
        </a:prstGeom>
        <a:solidFill>
          <a:schemeClr val="accent5">
            <a:tint val="40000"/>
            <a:alpha val="90000"/>
            <a:hueOff val="8905181"/>
            <a:satOff val="-8244"/>
            <a:lumOff val="-1187"/>
            <a:alphaOff val="0"/>
          </a:schemeClr>
        </a:solidFill>
        <a:ln w="12700" cap="flat" cmpd="sng" algn="ctr">
          <a:solidFill>
            <a:schemeClr val="accent5">
              <a:tint val="40000"/>
              <a:alpha val="90000"/>
              <a:hueOff val="8905181"/>
              <a:satOff val="-8244"/>
              <a:lumOff val="-11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MySQL, MariaDB, Microsoft SQL, MongoDB</a:t>
          </a:r>
        </a:p>
      </dsp:txBody>
      <dsp:txXfrm rot="-5400000">
        <a:off x="3367961" y="2936199"/>
        <a:ext cx="6651692" cy="946022"/>
      </dsp:txXfrm>
    </dsp:sp>
    <dsp:sp modelId="{CE49B1F6-3DF7-0B40-B29C-01BA1B4CCD7E}">
      <dsp:nvSpPr>
        <dsp:cNvPr id="0" name=""/>
        <dsp:cNvSpPr/>
      </dsp:nvSpPr>
      <dsp:spPr>
        <a:xfrm>
          <a:off x="382182" y="2753974"/>
          <a:ext cx="2985778" cy="1310470"/>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err="1"/>
            <a:t>常用的數據庫</a:t>
          </a:r>
          <a:r>
            <a:rPr lang="zh-TW" altLang="en-US" sz="2000" kern="1200" dirty="0"/>
            <a:t> </a:t>
          </a:r>
          <a:r>
            <a:rPr lang="en-US" altLang="zh-TW" sz="2000" kern="1200" dirty="0"/>
            <a:t>/</a:t>
          </a:r>
          <a:r>
            <a:rPr lang="zh-TW" altLang="en-US" sz="2000" kern="1200" dirty="0"/>
            <a:t> </a:t>
          </a:r>
          <a:r>
            <a:rPr lang="en-US" altLang="zh-TW" sz="2000" kern="1200" dirty="0"/>
            <a:t>Popular Databases</a:t>
          </a:r>
          <a:endParaRPr lang="en-US" sz="2000" kern="1200" dirty="0"/>
        </a:p>
      </dsp:txBody>
      <dsp:txXfrm>
        <a:off x="446154" y="2817946"/>
        <a:ext cx="2857834" cy="11825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AC343-3BE3-FC4E-918A-F5B6695B2576}">
      <dsp:nvSpPr>
        <dsp:cNvPr id="0" name=""/>
        <dsp:cNvSpPr/>
      </dsp:nvSpPr>
      <dsp:spPr>
        <a:xfrm>
          <a:off x="-4597086" y="-704826"/>
          <a:ext cx="5476083" cy="5476083"/>
        </a:xfrm>
        <a:prstGeom prst="blockArc">
          <a:avLst>
            <a:gd name="adj1" fmla="val 18900000"/>
            <a:gd name="adj2" fmla="val 2700000"/>
            <a:gd name="adj3" fmla="val 394"/>
          </a:avLst>
        </a:pr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3E3AA5-2DA3-E746-A3D7-965118BC3974}">
      <dsp:nvSpPr>
        <dsp:cNvPr id="0" name=""/>
        <dsp:cNvSpPr/>
      </dsp:nvSpPr>
      <dsp:spPr>
        <a:xfrm>
          <a:off x="460398" y="312627"/>
          <a:ext cx="9819726"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Complete ownership and understanding of project.</a:t>
          </a:r>
        </a:p>
        <a:p>
          <a:pPr marL="0" lvl="0" indent="0" algn="l" defTabSz="577850">
            <a:lnSpc>
              <a:spcPct val="90000"/>
            </a:lnSpc>
            <a:spcBef>
              <a:spcPct val="0"/>
            </a:spcBef>
            <a:spcAft>
              <a:spcPct val="35000"/>
            </a:spcAft>
            <a:buNone/>
          </a:pPr>
          <a:r>
            <a:rPr lang="ja-JP" altLang="en-US" sz="1300" kern="1200"/>
            <a:t>對專案的完全擁有權與深入理解</a:t>
          </a:r>
          <a:endParaRPr lang="en-US" sz="1300" kern="1200" dirty="0"/>
        </a:p>
      </dsp:txBody>
      <dsp:txXfrm>
        <a:off x="460398" y="312627"/>
        <a:ext cx="9819726" cy="625579"/>
      </dsp:txXfrm>
    </dsp:sp>
    <dsp:sp modelId="{8369352A-4B9D-054F-A645-030F16AF6296}">
      <dsp:nvSpPr>
        <dsp:cNvPr id="0" name=""/>
        <dsp:cNvSpPr/>
      </dsp:nvSpPr>
      <dsp:spPr>
        <a:xfrm>
          <a:off x="69411" y="234429"/>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81D649-A905-8842-BD57-D1BB2871717D}">
      <dsp:nvSpPr>
        <dsp:cNvPr id="0" name=""/>
        <dsp:cNvSpPr/>
      </dsp:nvSpPr>
      <dsp:spPr>
        <a:xfrm>
          <a:off x="819057" y="1251159"/>
          <a:ext cx="9461067"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33020" rIns="33020" bIns="33020" numCol="1" spcCol="1270" anchor="ctr" anchorCtr="0">
          <a:noAutofit/>
        </a:bodyPr>
        <a:lstStyle/>
        <a:p>
          <a:pPr marL="0" lvl="0" indent="0" algn="l" defTabSz="577850">
            <a:lnSpc>
              <a:spcPct val="90000"/>
            </a:lnSpc>
            <a:spcBef>
              <a:spcPct val="0"/>
            </a:spcBef>
            <a:spcAft>
              <a:spcPct val="35000"/>
            </a:spcAft>
            <a:buNone/>
          </a:pPr>
          <a:r>
            <a:rPr lang="en-US" altLang="ja-JP" sz="1300" kern="1200" dirty="0"/>
            <a:t>Saves both project time and cost and enhances productivity.</a:t>
          </a:r>
        </a:p>
        <a:p>
          <a:pPr marL="0" lvl="0" indent="0" algn="l" defTabSz="577850">
            <a:lnSpc>
              <a:spcPct val="90000"/>
            </a:lnSpc>
            <a:spcBef>
              <a:spcPct val="0"/>
            </a:spcBef>
            <a:spcAft>
              <a:spcPct val="35000"/>
            </a:spcAft>
            <a:buNone/>
          </a:pPr>
          <a:r>
            <a:rPr lang="ja-JP" altLang="en-US" sz="1300" kern="1200"/>
            <a:t>節省專案時間與成本，並提升生產力</a:t>
          </a:r>
          <a:endParaRPr lang="en-US" sz="1300" kern="1200" dirty="0"/>
        </a:p>
      </dsp:txBody>
      <dsp:txXfrm>
        <a:off x="819057" y="1251159"/>
        <a:ext cx="9461067" cy="625579"/>
      </dsp:txXfrm>
    </dsp:sp>
    <dsp:sp modelId="{D8F81152-B7BF-A34F-AB53-7DE5FF9EDDFE}">
      <dsp:nvSpPr>
        <dsp:cNvPr id="0" name=""/>
        <dsp:cNvSpPr/>
      </dsp:nvSpPr>
      <dsp:spPr>
        <a:xfrm>
          <a:off x="428070" y="1172962"/>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95A742-1012-8344-B56C-470D619CE5C1}">
      <dsp:nvSpPr>
        <dsp:cNvPr id="0" name=""/>
        <dsp:cNvSpPr/>
      </dsp:nvSpPr>
      <dsp:spPr>
        <a:xfrm>
          <a:off x="819057" y="2189691"/>
          <a:ext cx="9461067"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33020" rIns="33020" bIns="33020" numCol="1" spcCol="1270" anchor="ctr" anchorCtr="0">
          <a:noAutofit/>
        </a:bodyPr>
        <a:lstStyle/>
        <a:p>
          <a:pPr marL="0" lvl="0" indent="0" algn="l" defTabSz="577850">
            <a:lnSpc>
              <a:spcPct val="90000"/>
            </a:lnSpc>
            <a:spcBef>
              <a:spcPct val="0"/>
            </a:spcBef>
            <a:spcAft>
              <a:spcPct val="35000"/>
            </a:spcAft>
            <a:buNone/>
          </a:pPr>
          <a:r>
            <a:rPr lang="en-US" altLang="ja-JP" sz="1300" kern="1200" dirty="0"/>
            <a:t>Faster bug fixing due to the knowledge of complete system.</a:t>
          </a:r>
        </a:p>
        <a:p>
          <a:pPr marL="0" lvl="0" indent="0" algn="l" defTabSz="577850">
            <a:lnSpc>
              <a:spcPct val="90000"/>
            </a:lnSpc>
            <a:spcBef>
              <a:spcPct val="0"/>
            </a:spcBef>
            <a:spcAft>
              <a:spcPct val="35000"/>
            </a:spcAft>
            <a:buNone/>
          </a:pPr>
          <a:r>
            <a:rPr lang="ja-JP" altLang="en-US" sz="1300" kern="1200"/>
            <a:t>由於對整個系統的了解，使得錯誤修復更迅速</a:t>
          </a:r>
          <a:endParaRPr lang="en-US" sz="1300" kern="1200" dirty="0"/>
        </a:p>
      </dsp:txBody>
      <dsp:txXfrm>
        <a:off x="819057" y="2189691"/>
        <a:ext cx="9461067" cy="625579"/>
      </dsp:txXfrm>
    </dsp:sp>
    <dsp:sp modelId="{EAEE0019-BB20-994C-B571-F02BC19A51AC}">
      <dsp:nvSpPr>
        <dsp:cNvPr id="0" name=""/>
        <dsp:cNvSpPr/>
      </dsp:nvSpPr>
      <dsp:spPr>
        <a:xfrm>
          <a:off x="428070" y="2111494"/>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9636B-52B7-C04D-A2FA-4C02225ECD69}">
      <dsp:nvSpPr>
        <dsp:cNvPr id="0" name=""/>
        <dsp:cNvSpPr/>
      </dsp:nvSpPr>
      <dsp:spPr>
        <a:xfrm>
          <a:off x="460398" y="3128224"/>
          <a:ext cx="9819726" cy="6255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554" tIns="33020" rIns="33020" bIns="33020" numCol="1" spcCol="1270" anchor="ctr" anchorCtr="0">
          <a:noAutofit/>
        </a:bodyPr>
        <a:lstStyle/>
        <a:p>
          <a:pPr marL="0" lvl="0" indent="0" algn="l" defTabSz="577850">
            <a:lnSpc>
              <a:spcPct val="90000"/>
            </a:lnSpc>
            <a:spcBef>
              <a:spcPct val="0"/>
            </a:spcBef>
            <a:spcAft>
              <a:spcPct val="35000"/>
            </a:spcAft>
            <a:buNone/>
          </a:pPr>
          <a:r>
            <a:rPr lang="en-US" altLang="ja-JP" sz="1300" kern="1200" dirty="0"/>
            <a:t>Better division of work amongst team members.</a:t>
          </a:r>
        </a:p>
        <a:p>
          <a:pPr marL="0" lvl="0" indent="0" algn="l" defTabSz="577850">
            <a:lnSpc>
              <a:spcPct val="90000"/>
            </a:lnSpc>
            <a:spcBef>
              <a:spcPct val="0"/>
            </a:spcBef>
            <a:spcAft>
              <a:spcPct val="35000"/>
            </a:spcAft>
            <a:buNone/>
          </a:pPr>
          <a:r>
            <a:rPr lang="ja-JP" altLang="en-US" sz="1300" kern="1200"/>
            <a:t>團隊成員之間更有效的工作分工</a:t>
          </a:r>
          <a:endParaRPr lang="en-US" sz="1300" kern="1200" dirty="0"/>
        </a:p>
      </dsp:txBody>
      <dsp:txXfrm>
        <a:off x="460398" y="3128224"/>
        <a:ext cx="9819726" cy="625579"/>
      </dsp:txXfrm>
    </dsp:sp>
    <dsp:sp modelId="{77D81F01-9338-DF49-932A-15DA0107E3A2}">
      <dsp:nvSpPr>
        <dsp:cNvPr id="0" name=""/>
        <dsp:cNvSpPr/>
      </dsp:nvSpPr>
      <dsp:spPr>
        <a:xfrm>
          <a:off x="69411" y="3050026"/>
          <a:ext cx="781974" cy="78197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8/15/25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08123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8/15/25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458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8/15/25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0639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8/15/25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4939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8/15/25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156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8/15/25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5760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8/15/25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4522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8/15/25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966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8/15/25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8101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8/15/25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014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8/15/25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513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8/15/25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649994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DC9120B-6641-4081-7EC9-A386F78D76CD}"/>
              </a:ext>
            </a:extLst>
          </p:cNvPr>
          <p:cNvSpPr>
            <a:spLocks noGrp="1"/>
          </p:cNvSpPr>
          <p:nvPr>
            <p:ph type="subTitle" idx="1"/>
          </p:nvPr>
        </p:nvSpPr>
        <p:spPr>
          <a:xfrm>
            <a:off x="2301923" y="3949725"/>
            <a:ext cx="7588155" cy="1414091"/>
          </a:xfrm>
        </p:spPr>
        <p:txBody>
          <a:bodyPr>
            <a:normAutofit/>
          </a:bodyPr>
          <a:lstStyle/>
          <a:p>
            <a:r>
              <a:rPr lang="en-US" sz="2400" dirty="0"/>
              <a:t>Nelson Lai</a:t>
            </a:r>
            <a:endParaRPr lang="en-TW" sz="2400" dirty="0"/>
          </a:p>
          <a:p>
            <a:r>
              <a:rPr lang="en-TW" sz="2400" dirty="0"/>
              <a:t>May-12, 2025</a:t>
            </a:r>
          </a:p>
        </p:txBody>
      </p:sp>
      <p:sp>
        <p:nvSpPr>
          <p:cNvPr id="6" name="Title 5">
            <a:extLst>
              <a:ext uri="{FF2B5EF4-FFF2-40B4-BE49-F238E27FC236}">
                <a16:creationId xmlns:a16="http://schemas.microsoft.com/office/drawing/2014/main" id="{B882A96D-E589-5E68-B770-2A71BF8B4789}"/>
              </a:ext>
            </a:extLst>
          </p:cNvPr>
          <p:cNvSpPr>
            <a:spLocks noGrp="1"/>
          </p:cNvSpPr>
          <p:nvPr>
            <p:ph type="ctrTitle"/>
          </p:nvPr>
        </p:nvSpPr>
        <p:spPr>
          <a:xfrm>
            <a:off x="2301922" y="0"/>
            <a:ext cx="7588155" cy="2621154"/>
          </a:xfrm>
        </p:spPr>
        <p:txBody>
          <a:bodyPr/>
          <a:lstStyle/>
          <a:p>
            <a:r>
              <a:rPr lang="en-TW" dirty="0"/>
              <a:t>Amazing Talker Tutor</a:t>
            </a:r>
          </a:p>
        </p:txBody>
      </p:sp>
    </p:spTree>
    <p:extLst>
      <p:ext uri="{BB962C8B-B14F-4D97-AF65-F5344CB8AC3E}">
        <p14:creationId xmlns:p14="http://schemas.microsoft.com/office/powerpoint/2010/main" val="1182478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2625C46-A99A-4F6A-1531-BC9C79AA1C4E}"/>
              </a:ext>
            </a:extLst>
          </p:cNvPr>
          <p:cNvSpPr/>
          <p:nvPr/>
        </p:nvSpPr>
        <p:spPr>
          <a:xfrm>
            <a:off x="690785" y="1922167"/>
            <a:ext cx="10839228" cy="2349796"/>
          </a:xfrm>
          <a:prstGeom prst="roundRect">
            <a:avLst/>
          </a:prstGeom>
          <a:noFill/>
          <a:ln w="412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 name="TextBox 6">
            <a:extLst>
              <a:ext uri="{FF2B5EF4-FFF2-40B4-BE49-F238E27FC236}">
                <a16:creationId xmlns:a16="http://schemas.microsoft.com/office/drawing/2014/main" id="{6B996F16-13C4-F19C-A371-4E39EE92FD53}"/>
              </a:ext>
            </a:extLst>
          </p:cNvPr>
          <p:cNvSpPr txBox="1"/>
          <p:nvPr/>
        </p:nvSpPr>
        <p:spPr>
          <a:xfrm>
            <a:off x="1150772" y="2219902"/>
            <a:ext cx="9919254" cy="1754326"/>
          </a:xfrm>
          <a:prstGeom prst="rect">
            <a:avLst/>
          </a:prstGeom>
          <a:noFill/>
        </p:spPr>
        <p:txBody>
          <a:bodyPr wrap="none" rtlCol="0">
            <a:spAutoFit/>
          </a:bodyPr>
          <a:lstStyle/>
          <a:p>
            <a:r>
              <a:rPr lang="en-TW" sz="5400" dirty="0">
                <a:solidFill>
                  <a:schemeClr val="accent6">
                    <a:lumMod val="50000"/>
                  </a:schemeClr>
                </a:solidFill>
              </a:rPr>
              <a:t>FULL STACK DEVELOPMENT</a:t>
            </a:r>
          </a:p>
          <a:p>
            <a:pPr algn="ctr"/>
            <a:r>
              <a:rPr lang="en-TW" sz="5400" dirty="0">
                <a:solidFill>
                  <a:schemeClr val="accent6">
                    <a:lumMod val="50000"/>
                  </a:schemeClr>
                </a:solidFill>
              </a:rPr>
              <a:t>全端開發</a:t>
            </a:r>
          </a:p>
        </p:txBody>
      </p:sp>
    </p:spTree>
    <p:extLst>
      <p:ext uri="{BB962C8B-B14F-4D97-AF65-F5344CB8AC3E}">
        <p14:creationId xmlns:p14="http://schemas.microsoft.com/office/powerpoint/2010/main" val="3659168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7A7EE8-E30C-DF9D-5B67-9A89A1BFF61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Diagram 3">
            <a:extLst>
              <a:ext uri="{FF2B5EF4-FFF2-40B4-BE49-F238E27FC236}">
                <a16:creationId xmlns:a16="http://schemas.microsoft.com/office/drawing/2014/main" id="{2265BB06-A369-3DD9-16DB-DDE539707849}"/>
              </a:ext>
            </a:extLst>
          </p:cNvPr>
          <p:cNvGraphicFramePr/>
          <p:nvPr>
            <p:extLst>
              <p:ext uri="{D42A27DB-BD31-4B8C-83A1-F6EECF244321}">
                <p14:modId xmlns:p14="http://schemas.microsoft.com/office/powerpoint/2010/main" val="100512072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0537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B11C1B-0689-8C46-2320-CD04B41455AF}"/>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6ED0CA2-730E-5AD3-60B8-6819E0880861}"/>
              </a:ext>
            </a:extLst>
          </p:cNvPr>
          <p:cNvSpPr>
            <a:spLocks noGrp="1"/>
          </p:cNvSpPr>
          <p:nvPr>
            <p:ph type="title"/>
          </p:nvPr>
        </p:nvSpPr>
        <p:spPr>
          <a:xfrm>
            <a:off x="1524000" y="548640"/>
            <a:ext cx="9160475" cy="1132258"/>
          </a:xfrm>
        </p:spPr>
        <p:txBody>
          <a:bodyPr anchor="ctr">
            <a:normAutofit/>
          </a:bodyPr>
          <a:lstStyle/>
          <a:p>
            <a:pPr algn="ctr"/>
            <a:r>
              <a:rPr lang="en-TW" sz="2800"/>
              <a:t>全端開發</a:t>
            </a:r>
            <a:r>
              <a:rPr lang="zh-TW" altLang="en-US" sz="2800"/>
              <a:t> </a:t>
            </a:r>
            <a:r>
              <a:rPr lang="en-US" altLang="zh-TW" sz="2800"/>
              <a:t>–</a:t>
            </a:r>
            <a:r>
              <a:rPr lang="zh-TW" altLang="en-US" sz="2800"/>
              <a:t> 簡介</a:t>
            </a:r>
            <a:br>
              <a:rPr lang="en-US" altLang="zh-TW" sz="2800"/>
            </a:br>
            <a:r>
              <a:rPr lang="en-US" altLang="zh-TW" sz="2800"/>
              <a:t>FULL STACK DEVELOPMENT - INTRODUCTION</a:t>
            </a:r>
            <a:endParaRPr lang="en-TW" sz="2800"/>
          </a:p>
        </p:txBody>
      </p:sp>
      <p:graphicFrame>
        <p:nvGraphicFramePr>
          <p:cNvPr id="5" name="Diagram 4">
            <a:extLst>
              <a:ext uri="{FF2B5EF4-FFF2-40B4-BE49-F238E27FC236}">
                <a16:creationId xmlns:a16="http://schemas.microsoft.com/office/drawing/2014/main" id="{D167085C-B2F9-C77F-38DA-3E810DB55F30}"/>
              </a:ext>
            </a:extLst>
          </p:cNvPr>
          <p:cNvGraphicFramePr/>
          <p:nvPr>
            <p:extLst>
              <p:ext uri="{D42A27DB-BD31-4B8C-83A1-F6EECF244321}">
                <p14:modId xmlns:p14="http://schemas.microsoft.com/office/powerpoint/2010/main" val="1165125532"/>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6802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E33A-031F-F9CC-4A10-36C6475A97B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FA79F0F-6C3F-BE24-1A43-1F471CDF8EB9}"/>
              </a:ext>
            </a:extLst>
          </p:cNvPr>
          <p:cNvSpPr/>
          <p:nvPr/>
        </p:nvSpPr>
        <p:spPr>
          <a:xfrm>
            <a:off x="1261628" y="2393690"/>
            <a:ext cx="8806826" cy="1991688"/>
          </a:xfrm>
          <a:prstGeom prst="rect">
            <a:avLst/>
          </a:prstGeom>
          <a:solidFill>
            <a:schemeClr val="accent2">
              <a:lumMod val="20000"/>
              <a:lumOff val="80000"/>
            </a:schemeClr>
          </a:solidFill>
          <a:ln w="254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5" name="Rectangle 14">
            <a:extLst>
              <a:ext uri="{FF2B5EF4-FFF2-40B4-BE49-F238E27FC236}">
                <a16:creationId xmlns:a16="http://schemas.microsoft.com/office/drawing/2014/main" id="{A9001E56-777A-94A7-E37D-DB3709033927}"/>
              </a:ext>
            </a:extLst>
          </p:cNvPr>
          <p:cNvSpPr/>
          <p:nvPr/>
        </p:nvSpPr>
        <p:spPr>
          <a:xfrm>
            <a:off x="5725402" y="2734630"/>
            <a:ext cx="3624990" cy="1530625"/>
          </a:xfrm>
          <a:prstGeom prst="rect">
            <a:avLst/>
          </a:prstGeom>
          <a:solidFill>
            <a:schemeClr val="accent1">
              <a:lumMod val="20000"/>
              <a:lumOff val="80000"/>
            </a:schemeClr>
          </a:solidFill>
          <a:ln w="254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0" name="Rectangle 9">
            <a:extLst>
              <a:ext uri="{FF2B5EF4-FFF2-40B4-BE49-F238E27FC236}">
                <a16:creationId xmlns:a16="http://schemas.microsoft.com/office/drawing/2014/main" id="{F8445DE6-4AE0-F9B9-8F5C-19D5FC37BA0B}"/>
              </a:ext>
            </a:extLst>
          </p:cNvPr>
          <p:cNvSpPr/>
          <p:nvPr/>
        </p:nvSpPr>
        <p:spPr>
          <a:xfrm>
            <a:off x="1343165" y="2734630"/>
            <a:ext cx="4154248" cy="1530625"/>
          </a:xfrm>
          <a:prstGeom prst="rect">
            <a:avLst/>
          </a:prstGeom>
          <a:solidFill>
            <a:schemeClr val="accent1">
              <a:lumMod val="20000"/>
              <a:lumOff val="80000"/>
            </a:schemeClr>
          </a:solidFill>
          <a:ln w="254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4" name="Title 3">
            <a:extLst>
              <a:ext uri="{FF2B5EF4-FFF2-40B4-BE49-F238E27FC236}">
                <a16:creationId xmlns:a16="http://schemas.microsoft.com/office/drawing/2014/main" id="{DDD64361-2F84-EF1C-6B2B-78F92466A423}"/>
              </a:ext>
            </a:extLst>
          </p:cNvPr>
          <p:cNvSpPr>
            <a:spLocks noGrp="1"/>
          </p:cNvSpPr>
          <p:nvPr>
            <p:ph type="title"/>
          </p:nvPr>
        </p:nvSpPr>
        <p:spPr>
          <a:xfrm>
            <a:off x="1523999" y="377404"/>
            <a:ext cx="9160475" cy="1132258"/>
          </a:xfrm>
        </p:spPr>
        <p:txBody>
          <a:bodyPr anchor="ctr">
            <a:normAutofit/>
          </a:bodyPr>
          <a:lstStyle/>
          <a:p>
            <a:pPr algn="ctr"/>
            <a:r>
              <a:rPr lang="en-TW" sz="2800" dirty="0"/>
              <a:t>什麼是全端開發</a:t>
            </a:r>
            <a:br>
              <a:rPr lang="en-US" altLang="zh-TW" sz="2800" dirty="0"/>
            </a:br>
            <a:r>
              <a:rPr lang="en-US" altLang="zh-TW" sz="2800" dirty="0"/>
              <a:t>WHAT IS FULL STACK DEVELOPMENT</a:t>
            </a:r>
            <a:endParaRPr lang="en-TW" sz="2800" dirty="0"/>
          </a:p>
        </p:txBody>
      </p:sp>
      <p:sp>
        <p:nvSpPr>
          <p:cNvPr id="2" name="Rounded Rectangle 1">
            <a:extLst>
              <a:ext uri="{FF2B5EF4-FFF2-40B4-BE49-F238E27FC236}">
                <a16:creationId xmlns:a16="http://schemas.microsoft.com/office/drawing/2014/main" id="{9F36381C-A3B5-7259-299C-1F2CE582B87B}"/>
              </a:ext>
            </a:extLst>
          </p:cNvPr>
          <p:cNvSpPr/>
          <p:nvPr/>
        </p:nvSpPr>
        <p:spPr>
          <a:xfrm>
            <a:off x="723013" y="1871663"/>
            <a:ext cx="9961461" cy="4433444"/>
          </a:xfrm>
          <a:prstGeom prst="roundRect">
            <a:avLst/>
          </a:prstGeom>
          <a:noFill/>
          <a:ln w="3492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6" name="TextBox 5">
            <a:extLst>
              <a:ext uri="{FF2B5EF4-FFF2-40B4-BE49-F238E27FC236}">
                <a16:creationId xmlns:a16="http://schemas.microsoft.com/office/drawing/2014/main" id="{65B34C44-204F-1054-5F09-3FDB6B1C8EFF}"/>
              </a:ext>
            </a:extLst>
          </p:cNvPr>
          <p:cNvSpPr txBox="1"/>
          <p:nvPr/>
        </p:nvSpPr>
        <p:spPr>
          <a:xfrm>
            <a:off x="4347057" y="1624729"/>
            <a:ext cx="2713372" cy="369332"/>
          </a:xfrm>
          <a:prstGeom prst="rect">
            <a:avLst/>
          </a:prstGeom>
          <a:solidFill>
            <a:srgbClr val="92D050"/>
          </a:solidFill>
          <a:ln w="12700">
            <a:solidFill>
              <a:schemeClr val="accent6">
                <a:lumMod val="50000"/>
              </a:schemeClr>
            </a:solidFill>
          </a:ln>
        </p:spPr>
        <p:txBody>
          <a:bodyPr wrap="none" rtlCol="0">
            <a:spAutoFit/>
          </a:bodyPr>
          <a:lstStyle/>
          <a:p>
            <a:r>
              <a:rPr lang="en-TW" dirty="0"/>
              <a:t>Full Stack Development</a:t>
            </a:r>
          </a:p>
        </p:txBody>
      </p:sp>
      <p:sp>
        <p:nvSpPr>
          <p:cNvPr id="8" name="TextBox 7">
            <a:extLst>
              <a:ext uri="{FF2B5EF4-FFF2-40B4-BE49-F238E27FC236}">
                <a16:creationId xmlns:a16="http://schemas.microsoft.com/office/drawing/2014/main" id="{B435DCB9-F5B1-50F1-67D2-D4D3CB296923}"/>
              </a:ext>
            </a:extLst>
          </p:cNvPr>
          <p:cNvSpPr txBox="1"/>
          <p:nvPr/>
        </p:nvSpPr>
        <p:spPr>
          <a:xfrm>
            <a:off x="3405075" y="2164900"/>
            <a:ext cx="1216936" cy="369332"/>
          </a:xfrm>
          <a:prstGeom prst="rect">
            <a:avLst/>
          </a:prstGeom>
          <a:solidFill>
            <a:srgbClr val="92D050"/>
          </a:solidFill>
          <a:ln w="12700">
            <a:solidFill>
              <a:schemeClr val="accent6">
                <a:lumMod val="50000"/>
              </a:schemeClr>
            </a:solidFill>
          </a:ln>
        </p:spPr>
        <p:txBody>
          <a:bodyPr wrap="none" rtlCol="0">
            <a:spAutoFit/>
          </a:bodyPr>
          <a:lstStyle/>
          <a:p>
            <a:r>
              <a:rPr lang="en-TW" dirty="0"/>
              <a:t>Front end</a:t>
            </a:r>
          </a:p>
        </p:txBody>
      </p:sp>
      <p:sp>
        <p:nvSpPr>
          <p:cNvPr id="9" name="TextBox 8">
            <a:extLst>
              <a:ext uri="{FF2B5EF4-FFF2-40B4-BE49-F238E27FC236}">
                <a16:creationId xmlns:a16="http://schemas.microsoft.com/office/drawing/2014/main" id="{AA6AC3F4-CA22-5353-D4E7-9428572B6F91}"/>
              </a:ext>
            </a:extLst>
          </p:cNvPr>
          <p:cNvSpPr txBox="1"/>
          <p:nvPr/>
        </p:nvSpPr>
        <p:spPr>
          <a:xfrm>
            <a:off x="2263455" y="2520572"/>
            <a:ext cx="666593" cy="369332"/>
          </a:xfrm>
          <a:prstGeom prst="rect">
            <a:avLst/>
          </a:prstGeom>
          <a:solidFill>
            <a:srgbClr val="92D050"/>
          </a:solidFill>
          <a:ln w="12700">
            <a:solidFill>
              <a:schemeClr val="accent6">
                <a:lumMod val="50000"/>
              </a:schemeClr>
            </a:solidFill>
          </a:ln>
        </p:spPr>
        <p:txBody>
          <a:bodyPr wrap="none" rtlCol="0">
            <a:spAutoFit/>
          </a:bodyPr>
          <a:lstStyle/>
          <a:p>
            <a:r>
              <a:rPr lang="en-TW" dirty="0"/>
              <a:t>Web</a:t>
            </a:r>
          </a:p>
        </p:txBody>
      </p:sp>
      <p:sp>
        <p:nvSpPr>
          <p:cNvPr id="11" name="TextBox 10">
            <a:extLst>
              <a:ext uri="{FF2B5EF4-FFF2-40B4-BE49-F238E27FC236}">
                <a16:creationId xmlns:a16="http://schemas.microsoft.com/office/drawing/2014/main" id="{4492FB7A-510B-4558-85E7-DD9FC1F44A36}"/>
              </a:ext>
            </a:extLst>
          </p:cNvPr>
          <p:cNvSpPr txBox="1"/>
          <p:nvPr/>
        </p:nvSpPr>
        <p:spPr>
          <a:xfrm>
            <a:off x="1625896" y="3045177"/>
            <a:ext cx="848309"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HTML</a:t>
            </a:r>
          </a:p>
        </p:txBody>
      </p:sp>
      <p:sp>
        <p:nvSpPr>
          <p:cNvPr id="12" name="TextBox 11">
            <a:extLst>
              <a:ext uri="{FF2B5EF4-FFF2-40B4-BE49-F238E27FC236}">
                <a16:creationId xmlns:a16="http://schemas.microsoft.com/office/drawing/2014/main" id="{89C8CC97-464A-6CCD-391D-5CC8574313C0}"/>
              </a:ext>
            </a:extLst>
          </p:cNvPr>
          <p:cNvSpPr txBox="1"/>
          <p:nvPr/>
        </p:nvSpPr>
        <p:spPr>
          <a:xfrm>
            <a:off x="2637914" y="3045177"/>
            <a:ext cx="670633"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CSS</a:t>
            </a:r>
          </a:p>
        </p:txBody>
      </p:sp>
      <p:sp>
        <p:nvSpPr>
          <p:cNvPr id="13" name="TextBox 12">
            <a:extLst>
              <a:ext uri="{FF2B5EF4-FFF2-40B4-BE49-F238E27FC236}">
                <a16:creationId xmlns:a16="http://schemas.microsoft.com/office/drawing/2014/main" id="{1AC77BFE-3268-804A-0FB5-727127C48935}"/>
              </a:ext>
            </a:extLst>
          </p:cNvPr>
          <p:cNvSpPr txBox="1"/>
          <p:nvPr/>
        </p:nvSpPr>
        <p:spPr>
          <a:xfrm>
            <a:off x="1814312" y="3643299"/>
            <a:ext cx="1319785"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JavaScript</a:t>
            </a:r>
          </a:p>
        </p:txBody>
      </p:sp>
      <p:sp>
        <p:nvSpPr>
          <p:cNvPr id="14" name="TextBox 13">
            <a:extLst>
              <a:ext uri="{FF2B5EF4-FFF2-40B4-BE49-F238E27FC236}">
                <a16:creationId xmlns:a16="http://schemas.microsoft.com/office/drawing/2014/main" id="{70B8C314-9629-4554-B84C-51E04E1AFEAB}"/>
              </a:ext>
            </a:extLst>
          </p:cNvPr>
          <p:cNvSpPr txBox="1"/>
          <p:nvPr/>
        </p:nvSpPr>
        <p:spPr>
          <a:xfrm>
            <a:off x="7640860" y="2534232"/>
            <a:ext cx="901209" cy="369332"/>
          </a:xfrm>
          <a:prstGeom prst="rect">
            <a:avLst/>
          </a:prstGeom>
          <a:solidFill>
            <a:srgbClr val="92D050"/>
          </a:solidFill>
          <a:ln w="12700">
            <a:solidFill>
              <a:schemeClr val="accent6">
                <a:lumMod val="50000"/>
              </a:schemeClr>
            </a:solidFill>
          </a:ln>
        </p:spPr>
        <p:txBody>
          <a:bodyPr wrap="none" rtlCol="0">
            <a:spAutoFit/>
          </a:bodyPr>
          <a:lstStyle/>
          <a:p>
            <a:r>
              <a:rPr lang="en-TW" dirty="0"/>
              <a:t>Mobile</a:t>
            </a:r>
          </a:p>
        </p:txBody>
      </p:sp>
      <p:sp>
        <p:nvSpPr>
          <p:cNvPr id="16" name="TextBox 15">
            <a:extLst>
              <a:ext uri="{FF2B5EF4-FFF2-40B4-BE49-F238E27FC236}">
                <a16:creationId xmlns:a16="http://schemas.microsoft.com/office/drawing/2014/main" id="{598433D7-C34C-CC3D-BB6B-F9B80DC70066}"/>
              </a:ext>
            </a:extLst>
          </p:cNvPr>
          <p:cNvSpPr txBox="1"/>
          <p:nvPr/>
        </p:nvSpPr>
        <p:spPr>
          <a:xfrm>
            <a:off x="6108920" y="3542203"/>
            <a:ext cx="1334211"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iOS - Swift</a:t>
            </a:r>
          </a:p>
        </p:txBody>
      </p:sp>
      <p:sp>
        <p:nvSpPr>
          <p:cNvPr id="18" name="TextBox 17">
            <a:extLst>
              <a:ext uri="{FF2B5EF4-FFF2-40B4-BE49-F238E27FC236}">
                <a16:creationId xmlns:a16="http://schemas.microsoft.com/office/drawing/2014/main" id="{38E93F4E-D661-D6E8-4FF3-333E19312DC2}"/>
              </a:ext>
            </a:extLst>
          </p:cNvPr>
          <p:cNvSpPr txBox="1"/>
          <p:nvPr/>
        </p:nvSpPr>
        <p:spPr>
          <a:xfrm>
            <a:off x="6105156" y="2929560"/>
            <a:ext cx="1837234"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Android - Kotlin</a:t>
            </a:r>
          </a:p>
        </p:txBody>
      </p:sp>
      <p:sp>
        <p:nvSpPr>
          <p:cNvPr id="19" name="Rectangle 18">
            <a:extLst>
              <a:ext uri="{FF2B5EF4-FFF2-40B4-BE49-F238E27FC236}">
                <a16:creationId xmlns:a16="http://schemas.microsoft.com/office/drawing/2014/main" id="{CA850B50-FC17-F89A-218F-D959747C07BE}"/>
              </a:ext>
            </a:extLst>
          </p:cNvPr>
          <p:cNvSpPr/>
          <p:nvPr/>
        </p:nvSpPr>
        <p:spPr>
          <a:xfrm>
            <a:off x="1261627" y="4614168"/>
            <a:ext cx="5572125" cy="1257992"/>
          </a:xfrm>
          <a:prstGeom prst="rect">
            <a:avLst/>
          </a:prstGeom>
          <a:solidFill>
            <a:schemeClr val="accent2">
              <a:lumMod val="20000"/>
              <a:lumOff val="80000"/>
            </a:schemeClr>
          </a:solidFill>
          <a:ln w="254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0" name="TextBox 19">
            <a:extLst>
              <a:ext uri="{FF2B5EF4-FFF2-40B4-BE49-F238E27FC236}">
                <a16:creationId xmlns:a16="http://schemas.microsoft.com/office/drawing/2014/main" id="{9E5E55FF-B11E-AB2F-4762-06DFEC0A735C}"/>
              </a:ext>
            </a:extLst>
          </p:cNvPr>
          <p:cNvSpPr txBox="1"/>
          <p:nvPr/>
        </p:nvSpPr>
        <p:spPr>
          <a:xfrm>
            <a:off x="3439221" y="4445234"/>
            <a:ext cx="1193212" cy="369332"/>
          </a:xfrm>
          <a:prstGeom prst="rect">
            <a:avLst/>
          </a:prstGeom>
          <a:solidFill>
            <a:srgbClr val="92D050"/>
          </a:solidFill>
          <a:ln w="12700">
            <a:solidFill>
              <a:schemeClr val="accent6">
                <a:lumMod val="50000"/>
              </a:schemeClr>
            </a:solidFill>
          </a:ln>
        </p:spPr>
        <p:txBody>
          <a:bodyPr wrap="none" rtlCol="0">
            <a:spAutoFit/>
          </a:bodyPr>
          <a:lstStyle/>
          <a:p>
            <a:r>
              <a:rPr lang="en-TW" dirty="0"/>
              <a:t>Back end</a:t>
            </a:r>
          </a:p>
        </p:txBody>
      </p:sp>
      <p:sp>
        <p:nvSpPr>
          <p:cNvPr id="21" name="TextBox 20">
            <a:extLst>
              <a:ext uri="{FF2B5EF4-FFF2-40B4-BE49-F238E27FC236}">
                <a16:creationId xmlns:a16="http://schemas.microsoft.com/office/drawing/2014/main" id="{DA8C199D-4FBD-62EC-12A8-C93EBD29B156}"/>
              </a:ext>
            </a:extLst>
          </p:cNvPr>
          <p:cNvSpPr txBox="1"/>
          <p:nvPr/>
        </p:nvSpPr>
        <p:spPr>
          <a:xfrm>
            <a:off x="1509439" y="4813221"/>
            <a:ext cx="2578463" cy="369332"/>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Django/Flask - Python</a:t>
            </a:r>
          </a:p>
        </p:txBody>
      </p:sp>
      <p:sp>
        <p:nvSpPr>
          <p:cNvPr id="22" name="TextBox 21">
            <a:extLst>
              <a:ext uri="{FF2B5EF4-FFF2-40B4-BE49-F238E27FC236}">
                <a16:creationId xmlns:a16="http://schemas.microsoft.com/office/drawing/2014/main" id="{7DE9FACC-09EB-474C-7045-3ADD383B5203}"/>
              </a:ext>
            </a:extLst>
          </p:cNvPr>
          <p:cNvSpPr txBox="1"/>
          <p:nvPr/>
        </p:nvSpPr>
        <p:spPr>
          <a:xfrm>
            <a:off x="1509439" y="5339955"/>
            <a:ext cx="2358787" cy="646331"/>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Node.js – JavaScript</a:t>
            </a:r>
          </a:p>
          <a:p>
            <a:r>
              <a:rPr lang="en-TW" dirty="0"/>
              <a:t>             / TypeScript</a:t>
            </a:r>
          </a:p>
        </p:txBody>
      </p:sp>
      <p:sp>
        <p:nvSpPr>
          <p:cNvPr id="23" name="TextBox 22">
            <a:extLst>
              <a:ext uri="{FF2B5EF4-FFF2-40B4-BE49-F238E27FC236}">
                <a16:creationId xmlns:a16="http://schemas.microsoft.com/office/drawing/2014/main" id="{BEE7A6F7-EB6D-E07B-0C43-160C5CABD21C}"/>
              </a:ext>
            </a:extLst>
          </p:cNvPr>
          <p:cNvSpPr txBox="1"/>
          <p:nvPr/>
        </p:nvSpPr>
        <p:spPr>
          <a:xfrm>
            <a:off x="3383658" y="3176776"/>
            <a:ext cx="2322174" cy="646331"/>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React.JS</a:t>
            </a:r>
          </a:p>
          <a:p>
            <a:r>
              <a:rPr lang="en-TW" dirty="0"/>
              <a:t>Vite.JS (TypeScript)</a:t>
            </a:r>
          </a:p>
        </p:txBody>
      </p:sp>
      <p:sp>
        <p:nvSpPr>
          <p:cNvPr id="24" name="TextBox 23">
            <a:extLst>
              <a:ext uri="{FF2B5EF4-FFF2-40B4-BE49-F238E27FC236}">
                <a16:creationId xmlns:a16="http://schemas.microsoft.com/office/drawing/2014/main" id="{466CEE53-68CE-D271-B756-5AD2EB11F270}"/>
              </a:ext>
            </a:extLst>
          </p:cNvPr>
          <p:cNvSpPr txBox="1"/>
          <p:nvPr/>
        </p:nvSpPr>
        <p:spPr>
          <a:xfrm>
            <a:off x="4295860" y="4993133"/>
            <a:ext cx="2480166" cy="646331"/>
          </a:xfrm>
          <a:prstGeom prst="rect">
            <a:avLst/>
          </a:prstGeom>
          <a:solidFill>
            <a:schemeClr val="accent3">
              <a:lumMod val="20000"/>
              <a:lumOff val="80000"/>
            </a:schemeClr>
          </a:solidFill>
          <a:ln w="12700">
            <a:solidFill>
              <a:schemeClr val="accent6">
                <a:lumMod val="50000"/>
              </a:schemeClr>
            </a:solidFill>
          </a:ln>
        </p:spPr>
        <p:txBody>
          <a:bodyPr wrap="none" rtlCol="0">
            <a:spAutoFit/>
          </a:bodyPr>
          <a:lstStyle/>
          <a:p>
            <a:r>
              <a:rPr lang="en-TW" dirty="0"/>
              <a:t>Database – MySQL</a:t>
            </a:r>
          </a:p>
          <a:p>
            <a:r>
              <a:rPr lang="en-TW" dirty="0"/>
              <a:t>                   MongoDB</a:t>
            </a:r>
          </a:p>
        </p:txBody>
      </p:sp>
      <p:sp>
        <p:nvSpPr>
          <p:cNvPr id="26" name="TextBox 25">
            <a:extLst>
              <a:ext uri="{FF2B5EF4-FFF2-40B4-BE49-F238E27FC236}">
                <a16:creationId xmlns:a16="http://schemas.microsoft.com/office/drawing/2014/main" id="{FA9B5B5B-2169-2CCB-6CAD-862269F9C930}"/>
              </a:ext>
            </a:extLst>
          </p:cNvPr>
          <p:cNvSpPr txBox="1"/>
          <p:nvPr/>
        </p:nvSpPr>
        <p:spPr>
          <a:xfrm>
            <a:off x="7708764" y="4525920"/>
            <a:ext cx="1666610" cy="369332"/>
          </a:xfrm>
          <a:prstGeom prst="rect">
            <a:avLst/>
          </a:prstGeom>
          <a:noFill/>
          <a:ln w="31750">
            <a:solidFill>
              <a:schemeClr val="accent6">
                <a:lumMod val="50000"/>
              </a:schemeClr>
            </a:solidFill>
          </a:ln>
        </p:spPr>
        <p:txBody>
          <a:bodyPr wrap="none" rtlCol="0">
            <a:spAutoFit/>
          </a:bodyPr>
          <a:lstStyle/>
          <a:p>
            <a:r>
              <a:rPr lang="en-TW" dirty="0"/>
              <a:t>RESTFul APIs</a:t>
            </a:r>
          </a:p>
        </p:txBody>
      </p:sp>
      <p:cxnSp>
        <p:nvCxnSpPr>
          <p:cNvPr id="29" name="Elbow Connector 28">
            <a:extLst>
              <a:ext uri="{FF2B5EF4-FFF2-40B4-BE49-F238E27FC236}">
                <a16:creationId xmlns:a16="http://schemas.microsoft.com/office/drawing/2014/main" id="{27DECD4D-3758-3639-394D-1960C5AE767B}"/>
              </a:ext>
            </a:extLst>
          </p:cNvPr>
          <p:cNvCxnSpPr>
            <a:cxnSpLocks/>
            <a:stCxn id="26" idx="1"/>
            <a:endCxn id="19" idx="3"/>
          </p:cNvCxnSpPr>
          <p:nvPr/>
        </p:nvCxnSpPr>
        <p:spPr>
          <a:xfrm rot="10800000" flipV="1">
            <a:off x="6833752" y="4710586"/>
            <a:ext cx="875012" cy="532578"/>
          </a:xfrm>
          <a:prstGeom prst="bentConnector3">
            <a:avLst>
              <a:gd name="adj1" fmla="val 50000"/>
            </a:avLst>
          </a:prstGeom>
          <a:ln w="22225">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46C8ADE-B0AA-7FFE-6829-7DEA88F62872}"/>
              </a:ext>
            </a:extLst>
          </p:cNvPr>
          <p:cNvSpPr txBox="1"/>
          <p:nvPr/>
        </p:nvSpPr>
        <p:spPr>
          <a:xfrm>
            <a:off x="7750341" y="5524621"/>
            <a:ext cx="2568460" cy="369332"/>
          </a:xfrm>
          <a:prstGeom prst="rect">
            <a:avLst/>
          </a:prstGeom>
          <a:solidFill>
            <a:schemeClr val="bg1">
              <a:lumMod val="85000"/>
            </a:schemeClr>
          </a:solidFill>
          <a:ln w="12700">
            <a:solidFill>
              <a:schemeClr val="accent6">
                <a:lumMod val="50000"/>
              </a:schemeClr>
            </a:solidFill>
          </a:ln>
        </p:spPr>
        <p:txBody>
          <a:bodyPr wrap="none" rtlCol="0">
            <a:spAutoFit/>
          </a:bodyPr>
          <a:lstStyle/>
          <a:p>
            <a:r>
              <a:rPr lang="en-TW" dirty="0"/>
              <a:t>3rd Parties Resources</a:t>
            </a:r>
          </a:p>
        </p:txBody>
      </p:sp>
      <p:cxnSp>
        <p:nvCxnSpPr>
          <p:cNvPr id="35" name="Elbow Connector 34">
            <a:extLst>
              <a:ext uri="{FF2B5EF4-FFF2-40B4-BE49-F238E27FC236}">
                <a16:creationId xmlns:a16="http://schemas.microsoft.com/office/drawing/2014/main" id="{5C963195-398B-4D4A-D089-D922B83254D2}"/>
              </a:ext>
            </a:extLst>
          </p:cNvPr>
          <p:cNvCxnSpPr>
            <a:cxnSpLocks/>
            <a:stCxn id="7" idx="3"/>
            <a:endCxn id="26" idx="3"/>
          </p:cNvCxnSpPr>
          <p:nvPr/>
        </p:nvCxnSpPr>
        <p:spPr>
          <a:xfrm flipH="1">
            <a:off x="9375374" y="3389534"/>
            <a:ext cx="693080" cy="1321052"/>
          </a:xfrm>
          <a:prstGeom prst="bentConnector3">
            <a:avLst>
              <a:gd name="adj1" fmla="val -32983"/>
            </a:avLst>
          </a:prstGeom>
          <a:ln w="22225">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C9F0D30C-A6B5-51A2-89C0-CC650FD64AF7}"/>
              </a:ext>
            </a:extLst>
          </p:cNvPr>
          <p:cNvCxnSpPr>
            <a:cxnSpLocks/>
            <a:stCxn id="26" idx="2"/>
            <a:endCxn id="34" idx="0"/>
          </p:cNvCxnSpPr>
          <p:nvPr/>
        </p:nvCxnSpPr>
        <p:spPr>
          <a:xfrm rot="16200000" flipH="1">
            <a:off x="8473636" y="4963685"/>
            <a:ext cx="629369" cy="492502"/>
          </a:xfrm>
          <a:prstGeom prst="bentConnector3">
            <a:avLst>
              <a:gd name="adj1" fmla="val 50000"/>
            </a:avLst>
          </a:prstGeom>
          <a:ln w="22225">
            <a:headEnd type="stealth"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279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09F6-F98A-C930-75E9-6657A88DCD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48D10B-F89B-726C-922B-611B78A0D9E4}"/>
              </a:ext>
            </a:extLst>
          </p:cNvPr>
          <p:cNvSpPr>
            <a:spLocks noGrp="1"/>
          </p:cNvSpPr>
          <p:nvPr>
            <p:ph type="title"/>
          </p:nvPr>
        </p:nvSpPr>
        <p:spPr>
          <a:xfrm>
            <a:off x="1523999" y="377404"/>
            <a:ext cx="9160475" cy="1132258"/>
          </a:xfrm>
        </p:spPr>
        <p:txBody>
          <a:bodyPr anchor="ctr">
            <a:normAutofit fontScale="90000"/>
          </a:bodyPr>
          <a:lstStyle/>
          <a:p>
            <a:pPr algn="ctr"/>
            <a:r>
              <a:rPr lang="en-TW" sz="2800" dirty="0"/>
              <a:t>全端開發 – 資料流動圖</a:t>
            </a:r>
            <a:br>
              <a:rPr lang="en-US" altLang="zh-TW" sz="2800" dirty="0"/>
            </a:br>
            <a:r>
              <a:rPr lang="en-US" altLang="zh-TW" sz="2800" dirty="0"/>
              <a:t>FULL STACK DEVELOPMENT – INFORMATION FLOW</a:t>
            </a:r>
            <a:endParaRPr lang="en-TW" sz="2800" dirty="0"/>
          </a:p>
        </p:txBody>
      </p:sp>
      <p:pic>
        <p:nvPicPr>
          <p:cNvPr id="1026" name="Picture 2" descr="Desktop - Free computer icons">
            <a:extLst>
              <a:ext uri="{FF2B5EF4-FFF2-40B4-BE49-F238E27FC236}">
                <a16:creationId xmlns:a16="http://schemas.microsoft.com/office/drawing/2014/main" id="{A96747A0-3BAE-0D68-D022-5CBDEEB95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876" y="1509662"/>
            <a:ext cx="2127249" cy="21272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autiful, face, happy, phone, selfie, smartphone, snapchat icon - Download  on Iconfinder">
            <a:extLst>
              <a:ext uri="{FF2B5EF4-FFF2-40B4-BE49-F238E27FC236}">
                <a16:creationId xmlns:a16="http://schemas.microsoft.com/office/drawing/2014/main" id="{BF70A746-19D8-6D35-1C39-8F64BB39E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103" y="3636912"/>
            <a:ext cx="1868510" cy="18685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338644C-8B04-C6DA-13DA-12310AFDBE4C}"/>
              </a:ext>
            </a:extLst>
          </p:cNvPr>
          <p:cNvSpPr txBox="1"/>
          <p:nvPr/>
        </p:nvSpPr>
        <p:spPr>
          <a:xfrm>
            <a:off x="1523999" y="5750517"/>
            <a:ext cx="1237775" cy="64633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lgn="ctr"/>
            <a:r>
              <a:rPr lang="en-TW" dirty="0"/>
              <a:t>前端</a:t>
            </a:r>
          </a:p>
          <a:p>
            <a:pPr algn="ctr"/>
            <a:r>
              <a:rPr lang="en-TW" dirty="0"/>
              <a:t>Front End</a:t>
            </a:r>
          </a:p>
        </p:txBody>
      </p:sp>
      <p:pic>
        <p:nvPicPr>
          <p:cNvPr id="1030" name="Picture 6" descr="Download Free Run Generic Others icon Icons in PNG &amp; SVG">
            <a:extLst>
              <a:ext uri="{FF2B5EF4-FFF2-40B4-BE49-F238E27FC236}">
                <a16:creationId xmlns:a16="http://schemas.microsoft.com/office/drawing/2014/main" id="{CF3C67CA-1CA8-D929-90BC-8733886B6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74" y="1767333"/>
            <a:ext cx="2127249" cy="21272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B5A8E1B-896B-F4FA-9E6C-2ABD9C05481A}"/>
              </a:ext>
            </a:extLst>
          </p:cNvPr>
          <p:cNvSpPr txBox="1"/>
          <p:nvPr/>
        </p:nvSpPr>
        <p:spPr>
          <a:xfrm>
            <a:off x="5765158" y="4248001"/>
            <a:ext cx="1214050" cy="64633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lgn="ctr"/>
            <a:r>
              <a:rPr lang="en-TW" dirty="0"/>
              <a:t>後端</a:t>
            </a:r>
          </a:p>
          <a:p>
            <a:pPr algn="ctr"/>
            <a:r>
              <a:rPr lang="en-TW" dirty="0"/>
              <a:t>Back End</a:t>
            </a:r>
          </a:p>
        </p:txBody>
      </p:sp>
      <p:pic>
        <p:nvPicPr>
          <p:cNvPr id="1032" name="Picture 8" descr="Back end Icons, Logos, Symbols – Free Download PNG, SVG">
            <a:extLst>
              <a:ext uri="{FF2B5EF4-FFF2-40B4-BE49-F238E27FC236}">
                <a16:creationId xmlns:a16="http://schemas.microsoft.com/office/drawing/2014/main" id="{8061CFF6-9F28-ED87-4331-D60A1A91AE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2350" y="3752165"/>
            <a:ext cx="1372352" cy="137235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raw AWS Architecture Diagrams Online">
            <a:extLst>
              <a:ext uri="{FF2B5EF4-FFF2-40B4-BE49-F238E27FC236}">
                <a16:creationId xmlns:a16="http://schemas.microsoft.com/office/drawing/2014/main" id="{F769FA3B-3966-E865-FA95-6E0A667B0D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93807" y="1356914"/>
            <a:ext cx="1781329" cy="178132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2AEA24A-B144-21C5-5553-74D7A1B8D910}"/>
              </a:ext>
            </a:extLst>
          </p:cNvPr>
          <p:cNvSpPr txBox="1"/>
          <p:nvPr/>
        </p:nvSpPr>
        <p:spPr>
          <a:xfrm>
            <a:off x="10152356" y="3229565"/>
            <a:ext cx="1213089" cy="64633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lgn="ctr"/>
            <a:r>
              <a:rPr lang="en-TW" dirty="0"/>
              <a:t>數據庫</a:t>
            </a:r>
          </a:p>
          <a:p>
            <a:pPr algn="ctr"/>
            <a:r>
              <a:rPr lang="en-TW" dirty="0"/>
              <a:t>Database</a:t>
            </a:r>
          </a:p>
        </p:txBody>
      </p:sp>
      <p:pic>
        <p:nvPicPr>
          <p:cNvPr id="1036" name="Picture 12" descr="User network - Free people icons">
            <a:extLst>
              <a:ext uri="{FF2B5EF4-FFF2-40B4-BE49-F238E27FC236}">
                <a16:creationId xmlns:a16="http://schemas.microsoft.com/office/drawing/2014/main" id="{40C4EBCA-72F7-9A8B-E193-F58C7B60BF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75615" y="4058540"/>
            <a:ext cx="1851434" cy="185143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Back end Icons, Logos, Symbols – Free Download PNG, SVG">
            <a:extLst>
              <a:ext uri="{FF2B5EF4-FFF2-40B4-BE49-F238E27FC236}">
                <a16:creationId xmlns:a16="http://schemas.microsoft.com/office/drawing/2014/main" id="{59E24F4A-48A5-258F-C8F0-0437A7D832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0943" y="3023642"/>
            <a:ext cx="1372352" cy="137235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0FAEC574-783E-4F13-B771-38344527C614}"/>
              </a:ext>
            </a:extLst>
          </p:cNvPr>
          <p:cNvSpPr txBox="1"/>
          <p:nvPr/>
        </p:nvSpPr>
        <p:spPr>
          <a:xfrm>
            <a:off x="9512378" y="5909974"/>
            <a:ext cx="2493055" cy="646331"/>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pPr algn="ctr"/>
            <a:r>
              <a:rPr lang="en-TW" dirty="0"/>
              <a:t>第三方資源</a:t>
            </a:r>
          </a:p>
          <a:p>
            <a:pPr algn="ctr"/>
            <a:r>
              <a:rPr lang="en-US" dirty="0"/>
              <a:t>3</a:t>
            </a:r>
            <a:r>
              <a:rPr lang="en-US" baseline="30000" dirty="0"/>
              <a:t>rd</a:t>
            </a:r>
            <a:r>
              <a:rPr lang="en-US" dirty="0"/>
              <a:t> Parties Resources</a:t>
            </a:r>
            <a:endParaRPr lang="en-TW" dirty="0"/>
          </a:p>
        </p:txBody>
      </p:sp>
      <p:cxnSp>
        <p:nvCxnSpPr>
          <p:cNvPr id="28" name="Elbow Connector 27">
            <a:extLst>
              <a:ext uri="{FF2B5EF4-FFF2-40B4-BE49-F238E27FC236}">
                <a16:creationId xmlns:a16="http://schemas.microsoft.com/office/drawing/2014/main" id="{CEACABEA-5887-FF64-77D9-ED70156565F8}"/>
              </a:ext>
            </a:extLst>
          </p:cNvPr>
          <p:cNvCxnSpPr>
            <a:cxnSpLocks/>
            <a:stCxn id="1026" idx="3"/>
            <a:endCxn id="1032" idx="1"/>
          </p:cNvCxnSpPr>
          <p:nvPr/>
        </p:nvCxnSpPr>
        <p:spPr>
          <a:xfrm>
            <a:off x="3286125" y="2573287"/>
            <a:ext cx="246225" cy="1865054"/>
          </a:xfrm>
          <a:prstGeom prst="bentConnector3">
            <a:avLst>
              <a:gd name="adj1" fmla="val 50000"/>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Elbow Connector 31">
            <a:extLst>
              <a:ext uri="{FF2B5EF4-FFF2-40B4-BE49-F238E27FC236}">
                <a16:creationId xmlns:a16="http://schemas.microsoft.com/office/drawing/2014/main" id="{7A179076-1748-439F-24E6-B80B479C9BD1}"/>
              </a:ext>
            </a:extLst>
          </p:cNvPr>
          <p:cNvCxnSpPr>
            <a:cxnSpLocks/>
            <a:stCxn id="1030" idx="1"/>
            <a:endCxn id="1032" idx="3"/>
          </p:cNvCxnSpPr>
          <p:nvPr/>
        </p:nvCxnSpPr>
        <p:spPr>
          <a:xfrm rot="10800000" flipV="1">
            <a:off x="4904702" y="2830957"/>
            <a:ext cx="508672" cy="1607383"/>
          </a:xfrm>
          <a:prstGeom prst="bentConnector3">
            <a:avLst>
              <a:gd name="adj1" fmla="val 50000"/>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Elbow Connector 35">
            <a:extLst>
              <a:ext uri="{FF2B5EF4-FFF2-40B4-BE49-F238E27FC236}">
                <a16:creationId xmlns:a16="http://schemas.microsoft.com/office/drawing/2014/main" id="{1B90CDD9-108E-CC3B-83D6-9C5DF2D30669}"/>
              </a:ext>
            </a:extLst>
          </p:cNvPr>
          <p:cNvCxnSpPr>
            <a:cxnSpLocks/>
            <a:endCxn id="1032" idx="1"/>
          </p:cNvCxnSpPr>
          <p:nvPr/>
        </p:nvCxnSpPr>
        <p:spPr>
          <a:xfrm flipV="1">
            <a:off x="2456121" y="4438341"/>
            <a:ext cx="1076229" cy="37145"/>
          </a:xfrm>
          <a:prstGeom prst="bentConnector3">
            <a:avLst>
              <a:gd name="adj1" fmla="val 50000"/>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Elbow Connector 42">
            <a:extLst>
              <a:ext uri="{FF2B5EF4-FFF2-40B4-BE49-F238E27FC236}">
                <a16:creationId xmlns:a16="http://schemas.microsoft.com/office/drawing/2014/main" id="{2117ACD3-E07C-E9FD-4C1B-3EEC90ED5E21}"/>
              </a:ext>
            </a:extLst>
          </p:cNvPr>
          <p:cNvCxnSpPr>
            <a:cxnSpLocks/>
            <a:stCxn id="25" idx="1"/>
            <a:endCxn id="1030" idx="3"/>
          </p:cNvCxnSpPr>
          <p:nvPr/>
        </p:nvCxnSpPr>
        <p:spPr>
          <a:xfrm rot="10800000">
            <a:off x="7540623" y="2830958"/>
            <a:ext cx="580320" cy="878860"/>
          </a:xfrm>
          <a:prstGeom prst="bentConnector3">
            <a:avLst>
              <a:gd name="adj1" fmla="val 50000"/>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Elbow Connector 49">
            <a:extLst>
              <a:ext uri="{FF2B5EF4-FFF2-40B4-BE49-F238E27FC236}">
                <a16:creationId xmlns:a16="http://schemas.microsoft.com/office/drawing/2014/main" id="{274849CE-00EF-35CD-7E75-D0D3777632E1}"/>
              </a:ext>
            </a:extLst>
          </p:cNvPr>
          <p:cNvCxnSpPr>
            <a:cxnSpLocks/>
            <a:stCxn id="1034" idx="1"/>
          </p:cNvCxnSpPr>
          <p:nvPr/>
        </p:nvCxnSpPr>
        <p:spPr>
          <a:xfrm rot="10800000" flipV="1">
            <a:off x="7293935" y="2247579"/>
            <a:ext cx="2499872" cy="214426"/>
          </a:xfrm>
          <a:prstGeom prst="bentConnector3">
            <a:avLst>
              <a:gd name="adj1" fmla="val 50000"/>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Elbow Connector 52">
            <a:extLst>
              <a:ext uri="{FF2B5EF4-FFF2-40B4-BE49-F238E27FC236}">
                <a16:creationId xmlns:a16="http://schemas.microsoft.com/office/drawing/2014/main" id="{77346A2A-42D0-8CB5-3309-B1C9C73CD356}"/>
              </a:ext>
            </a:extLst>
          </p:cNvPr>
          <p:cNvCxnSpPr>
            <a:cxnSpLocks/>
            <a:stCxn id="1036" idx="1"/>
            <a:endCxn id="25" idx="2"/>
          </p:cNvCxnSpPr>
          <p:nvPr/>
        </p:nvCxnSpPr>
        <p:spPr>
          <a:xfrm rot="10800000">
            <a:off x="8807119" y="4395995"/>
            <a:ext cx="968496" cy="588263"/>
          </a:xfrm>
          <a:prstGeom prst="bentConnector2">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6" name="Elbow Connector 5">
            <a:extLst>
              <a:ext uri="{FF2B5EF4-FFF2-40B4-BE49-F238E27FC236}">
                <a16:creationId xmlns:a16="http://schemas.microsoft.com/office/drawing/2014/main" id="{74C282E8-E923-9E47-F8FE-A2F5EA700522}"/>
              </a:ext>
            </a:extLst>
          </p:cNvPr>
          <p:cNvCxnSpPr>
            <a:cxnSpLocks/>
            <a:endCxn id="25" idx="0"/>
          </p:cNvCxnSpPr>
          <p:nvPr/>
        </p:nvCxnSpPr>
        <p:spPr>
          <a:xfrm rot="10800000" flipV="1">
            <a:off x="8807120" y="2682520"/>
            <a:ext cx="968499" cy="341122"/>
          </a:xfrm>
          <a:prstGeom prst="bentConnector2">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84990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99701E-BA01-E94B-730F-302BD5F9A1A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3CA6D63-140F-D77B-931C-9932D2C9C0CE}"/>
              </a:ext>
            </a:extLst>
          </p:cNvPr>
          <p:cNvSpPr>
            <a:spLocks noGrp="1"/>
          </p:cNvSpPr>
          <p:nvPr>
            <p:ph type="title"/>
          </p:nvPr>
        </p:nvSpPr>
        <p:spPr>
          <a:xfrm>
            <a:off x="1524000" y="548640"/>
            <a:ext cx="9160475" cy="1132258"/>
          </a:xfrm>
        </p:spPr>
        <p:txBody>
          <a:bodyPr anchor="ctr">
            <a:normAutofit/>
          </a:bodyPr>
          <a:lstStyle/>
          <a:p>
            <a:pPr algn="ctr"/>
            <a:r>
              <a:rPr lang="en-TW"/>
              <a:t>全端開發技術</a:t>
            </a:r>
            <a:br>
              <a:rPr lang="en-US" altLang="zh-TW"/>
            </a:br>
            <a:r>
              <a:rPr lang="en-US" altLang="zh-TW"/>
              <a:t>FULL STACK TECHNOLOGIES</a:t>
            </a:r>
            <a:endParaRPr lang="en-TW"/>
          </a:p>
        </p:txBody>
      </p:sp>
      <p:graphicFrame>
        <p:nvGraphicFramePr>
          <p:cNvPr id="6" name="Diagram 5">
            <a:extLst>
              <a:ext uri="{FF2B5EF4-FFF2-40B4-BE49-F238E27FC236}">
                <a16:creationId xmlns:a16="http://schemas.microsoft.com/office/drawing/2014/main" id="{6B1AEAF0-94E9-8317-6E3A-B17DC3221D7B}"/>
              </a:ext>
            </a:extLst>
          </p:cNvPr>
          <p:cNvGraphicFramePr/>
          <p:nvPr>
            <p:extLst>
              <p:ext uri="{D42A27DB-BD31-4B8C-83A1-F6EECF244321}">
                <p14:modId xmlns:p14="http://schemas.microsoft.com/office/powerpoint/2010/main" val="1558448391"/>
              </p:ext>
            </p:extLst>
          </p:nvPr>
        </p:nvGraphicFramePr>
        <p:xfrm>
          <a:off x="786809" y="2037806"/>
          <a:ext cx="10479417"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35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D4A1-0FD9-E3F5-76E9-5DEFF3D4AE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3E1E87-CA6D-59CD-0A2F-9D5E41C33935}"/>
              </a:ext>
            </a:extLst>
          </p:cNvPr>
          <p:cNvSpPr>
            <a:spLocks noGrp="1"/>
          </p:cNvSpPr>
          <p:nvPr>
            <p:ph type="title"/>
          </p:nvPr>
        </p:nvSpPr>
        <p:spPr>
          <a:xfrm>
            <a:off x="1524000" y="548640"/>
            <a:ext cx="9160475" cy="1132258"/>
          </a:xfrm>
        </p:spPr>
        <p:txBody>
          <a:bodyPr anchor="ctr">
            <a:normAutofit/>
          </a:bodyPr>
          <a:lstStyle/>
          <a:p>
            <a:pPr algn="ctr"/>
            <a:r>
              <a:rPr lang="en-TW"/>
              <a:t>全端開發技術</a:t>
            </a:r>
            <a:br>
              <a:rPr lang="en-US" altLang="zh-TW"/>
            </a:br>
            <a:r>
              <a:rPr lang="en-US" altLang="zh-TW"/>
              <a:t>FULL STACK TECHNOLOGIES</a:t>
            </a:r>
            <a:endParaRPr lang="en-TW"/>
          </a:p>
        </p:txBody>
      </p:sp>
      <p:graphicFrame>
        <p:nvGraphicFramePr>
          <p:cNvPr id="6" name="Diagram 5">
            <a:extLst>
              <a:ext uri="{FF2B5EF4-FFF2-40B4-BE49-F238E27FC236}">
                <a16:creationId xmlns:a16="http://schemas.microsoft.com/office/drawing/2014/main" id="{B491BD9E-D276-CAA9-278D-2AD6330D1989}"/>
              </a:ext>
            </a:extLst>
          </p:cNvPr>
          <p:cNvGraphicFramePr/>
          <p:nvPr>
            <p:extLst>
              <p:ext uri="{D42A27DB-BD31-4B8C-83A1-F6EECF244321}">
                <p14:modId xmlns:p14="http://schemas.microsoft.com/office/powerpoint/2010/main" val="2001485610"/>
              </p:ext>
            </p:extLst>
          </p:nvPr>
        </p:nvGraphicFramePr>
        <p:xfrm>
          <a:off x="786809" y="2037806"/>
          <a:ext cx="10479417"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456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98902-BE20-9A87-D9E4-E85269369E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CD5E2C-7DCC-E5BB-A5C4-615D060DF167}"/>
              </a:ext>
            </a:extLst>
          </p:cNvPr>
          <p:cNvSpPr>
            <a:spLocks noGrp="1"/>
          </p:cNvSpPr>
          <p:nvPr>
            <p:ph type="title"/>
          </p:nvPr>
        </p:nvSpPr>
        <p:spPr>
          <a:xfrm>
            <a:off x="1524000" y="548640"/>
            <a:ext cx="9160475" cy="1132258"/>
          </a:xfrm>
        </p:spPr>
        <p:txBody>
          <a:bodyPr anchor="ctr">
            <a:normAutofit/>
          </a:bodyPr>
          <a:lstStyle/>
          <a:p>
            <a:pPr algn="ctr"/>
            <a:r>
              <a:rPr lang="en-TW" sz="2800" dirty="0"/>
              <a:t>理解全端開發的優勢</a:t>
            </a:r>
            <a:br>
              <a:rPr lang="en-US" altLang="zh-TW" sz="2800" dirty="0"/>
            </a:br>
            <a:r>
              <a:rPr lang="en-US" altLang="zh-TW" sz="2800" dirty="0"/>
              <a:t>ADVANTAGES OF FULL STACK DEVELOPMENT</a:t>
            </a:r>
            <a:endParaRPr lang="en-TW" sz="2800" dirty="0"/>
          </a:p>
        </p:txBody>
      </p:sp>
      <p:graphicFrame>
        <p:nvGraphicFramePr>
          <p:cNvPr id="5" name="Diagram 4">
            <a:extLst>
              <a:ext uri="{FF2B5EF4-FFF2-40B4-BE49-F238E27FC236}">
                <a16:creationId xmlns:a16="http://schemas.microsoft.com/office/drawing/2014/main" id="{848C7FA6-20CE-0811-47F2-ABDBACA81C8B}"/>
              </a:ext>
            </a:extLst>
          </p:cNvPr>
          <p:cNvGraphicFramePr/>
          <p:nvPr>
            <p:extLst>
              <p:ext uri="{D42A27DB-BD31-4B8C-83A1-F6EECF244321}">
                <p14:modId xmlns:p14="http://schemas.microsoft.com/office/powerpoint/2010/main" val="1289446176"/>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8895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35066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16832</TotalTime>
  <Words>483</Words>
  <Application>Microsoft Macintosh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Neue Haas Grotesk Text Pro</vt:lpstr>
      <vt:lpstr>VanillaVTI</vt:lpstr>
      <vt:lpstr>Amazing Talker Tutor</vt:lpstr>
      <vt:lpstr>PowerPoint Presentation</vt:lpstr>
      <vt:lpstr>PowerPoint Presentation</vt:lpstr>
      <vt:lpstr>全端開發 – 簡介 FULL STACK DEVELOPMENT - INTRODUCTION</vt:lpstr>
      <vt:lpstr>什麼是全端開發 WHAT IS FULL STACK DEVELOPMENT</vt:lpstr>
      <vt:lpstr>全端開發 – 資料流動圖 FULL STACK DEVELOPMENT – INFORMATION FLOW</vt:lpstr>
      <vt:lpstr>全端開發技術 FULL STACK TECHNOLOGIES</vt:lpstr>
      <vt:lpstr>全端開發技術 FULL STACK TECHNOLOGIES</vt:lpstr>
      <vt:lpstr>理解全端開發的優勢 ADVANTAGES OF FULL STACK DEVELOPMENT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 Lai</dc:creator>
  <cp:lastModifiedBy>Nelson Lai</cp:lastModifiedBy>
  <cp:revision>101</cp:revision>
  <dcterms:created xsi:type="dcterms:W3CDTF">2025-03-24T14:43:29Z</dcterms:created>
  <dcterms:modified xsi:type="dcterms:W3CDTF">2025-08-18T19:02:41Z</dcterms:modified>
</cp:coreProperties>
</file>