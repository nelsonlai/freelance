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3" r:id="rId1"/>
  </p:sldMasterIdLst>
  <p:sldIdLst>
    <p:sldId id="256" r:id="rId2"/>
    <p:sldId id="257" r:id="rId3"/>
    <p:sldId id="264" r:id="rId4"/>
    <p:sldId id="265" r:id="rId5"/>
    <p:sldId id="266" r:id="rId6"/>
    <p:sldId id="267" r:id="rId7"/>
    <p:sldId id="268" r:id="rId8"/>
    <p:sldId id="269" r:id="rId9"/>
    <p:sldId id="270" r:id="rId10"/>
  </p:sldIdLst>
  <p:sldSz cx="12192000" cy="6858000"/>
  <p:notesSz cx="6858000" cy="9144000"/>
  <p:defaultTextStyle>
    <a:defPPr>
      <a:defRPr lang="en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335"/>
    <p:restoredTop sz="94649"/>
  </p:normalViewPr>
  <p:slideViewPr>
    <p:cSldViewPr snapToGrid="0">
      <p:cViewPr varScale="1">
        <p:scale>
          <a:sx n="97" d="100"/>
          <a:sy n="97" d="100"/>
        </p:scale>
        <p:origin x="69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13" Type="http://schemas.openxmlformats.org/officeDocument/2006/relationships/image" Target="../media/image13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sv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svg"/><Relationship Id="rId4" Type="http://schemas.openxmlformats.org/officeDocument/2006/relationships/image" Target="../media/image4.svg"/><Relationship Id="rId9" Type="http://schemas.openxmlformats.org/officeDocument/2006/relationships/image" Target="../media/image9.png"/><Relationship Id="rId14" Type="http://schemas.openxmlformats.org/officeDocument/2006/relationships/image" Target="../media/image14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13" Type="http://schemas.openxmlformats.org/officeDocument/2006/relationships/image" Target="../media/image13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sv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svg"/><Relationship Id="rId4" Type="http://schemas.openxmlformats.org/officeDocument/2006/relationships/image" Target="../media/image4.svg"/><Relationship Id="rId9" Type="http://schemas.openxmlformats.org/officeDocument/2006/relationships/image" Target="../media/image9.png"/><Relationship Id="rId14" Type="http://schemas.openxmlformats.org/officeDocument/2006/relationships/image" Target="../media/image1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032174A-FF79-D74E-8767-472635CB8548}" type="doc">
      <dgm:prSet loTypeId="urn:microsoft.com/office/officeart/2016/7/layout/RepeatingBendingProcessNew" loCatId="process" qsTypeId="urn:microsoft.com/office/officeart/2005/8/quickstyle/simple1" qsCatId="simple" csTypeId="urn:microsoft.com/office/officeart/2005/8/colors/colorful1" csCatId="colorful" phldr="1"/>
      <dgm:spPr/>
    </dgm:pt>
    <dgm:pt modelId="{23C9CCC9-9422-344C-B7D0-F3F65DF86720}">
      <dgm:prSet phldrT="[Text]"/>
      <dgm:spPr/>
      <dgm:t>
        <a:bodyPr/>
        <a:lstStyle/>
        <a:p>
          <a:r>
            <a:rPr lang="en-US" dirty="0"/>
            <a:t>Collect Market Requirement</a:t>
          </a:r>
        </a:p>
      </dgm:t>
    </dgm:pt>
    <dgm:pt modelId="{F08C548A-99D3-F84D-A081-786160C81C70}" type="parTrans" cxnId="{80C82013-3BBC-8449-87C2-F183FA0E5C49}">
      <dgm:prSet/>
      <dgm:spPr/>
      <dgm:t>
        <a:bodyPr/>
        <a:lstStyle/>
        <a:p>
          <a:endParaRPr lang="en-US"/>
        </a:p>
      </dgm:t>
    </dgm:pt>
    <dgm:pt modelId="{612EE5D0-F754-7E40-8672-E22929AFBB74}" type="sibTrans" cxnId="{80C82013-3BBC-8449-87C2-F183FA0E5C49}">
      <dgm:prSet/>
      <dgm:spPr/>
      <dgm:t>
        <a:bodyPr/>
        <a:lstStyle/>
        <a:p>
          <a:endParaRPr lang="en-US"/>
        </a:p>
      </dgm:t>
    </dgm:pt>
    <dgm:pt modelId="{4C760B04-8B29-FA48-8DB9-864AA36D922C}">
      <dgm:prSet phldrT="[Text]"/>
      <dgm:spPr/>
      <dgm:t>
        <a:bodyPr/>
        <a:lstStyle/>
        <a:p>
          <a:r>
            <a:rPr lang="en-US" dirty="0"/>
            <a:t>Design Product</a:t>
          </a:r>
        </a:p>
      </dgm:t>
    </dgm:pt>
    <dgm:pt modelId="{E16B9F50-051B-3D46-AD02-2EC9363AB716}" type="parTrans" cxnId="{50E539F0-D840-F141-B1DF-92077B3F9AD6}">
      <dgm:prSet/>
      <dgm:spPr/>
      <dgm:t>
        <a:bodyPr/>
        <a:lstStyle/>
        <a:p>
          <a:endParaRPr lang="en-US"/>
        </a:p>
      </dgm:t>
    </dgm:pt>
    <dgm:pt modelId="{9BB2888F-603B-8C47-A1E4-0C36C65209F7}" type="sibTrans" cxnId="{50E539F0-D840-F141-B1DF-92077B3F9AD6}">
      <dgm:prSet/>
      <dgm:spPr/>
      <dgm:t>
        <a:bodyPr/>
        <a:lstStyle/>
        <a:p>
          <a:endParaRPr lang="en-US"/>
        </a:p>
      </dgm:t>
    </dgm:pt>
    <dgm:pt modelId="{DFD92337-619C-134A-B3A2-82610CFAB39E}">
      <dgm:prSet phldrT="[Text]"/>
      <dgm:spPr/>
      <dgm:t>
        <a:bodyPr/>
        <a:lstStyle/>
        <a:p>
          <a:r>
            <a:rPr lang="en-US" dirty="0"/>
            <a:t>Material/Component Searching</a:t>
          </a:r>
        </a:p>
      </dgm:t>
    </dgm:pt>
    <dgm:pt modelId="{158C1022-9D89-834B-B6D6-8584E4F0EDE8}" type="parTrans" cxnId="{7E6B8EFB-67E4-2647-B5F4-172E9C88C290}">
      <dgm:prSet/>
      <dgm:spPr/>
      <dgm:t>
        <a:bodyPr/>
        <a:lstStyle/>
        <a:p>
          <a:endParaRPr lang="en-US"/>
        </a:p>
      </dgm:t>
    </dgm:pt>
    <dgm:pt modelId="{0224BED0-7A4B-1A47-8CB3-1FD1B9EC2A60}" type="sibTrans" cxnId="{7E6B8EFB-67E4-2647-B5F4-172E9C88C290}">
      <dgm:prSet/>
      <dgm:spPr/>
      <dgm:t>
        <a:bodyPr/>
        <a:lstStyle/>
        <a:p>
          <a:endParaRPr lang="en-US"/>
        </a:p>
      </dgm:t>
    </dgm:pt>
    <dgm:pt modelId="{B6F3D742-D05A-2D4A-8BDB-5A34F91BFBFE}">
      <dgm:prSet phldrT="[Text]"/>
      <dgm:spPr/>
      <dgm:t>
        <a:bodyPr/>
        <a:lstStyle/>
        <a:p>
          <a:r>
            <a:rPr lang="en-US" dirty="0"/>
            <a:t>Sample Run</a:t>
          </a:r>
        </a:p>
      </dgm:t>
    </dgm:pt>
    <dgm:pt modelId="{F9A3DFEB-E76A-6845-8C48-AA3D9AA91512}" type="parTrans" cxnId="{D91EC273-606A-1E4C-9D96-0BC0FCFEE6FC}">
      <dgm:prSet/>
      <dgm:spPr/>
      <dgm:t>
        <a:bodyPr/>
        <a:lstStyle/>
        <a:p>
          <a:endParaRPr lang="en-US"/>
        </a:p>
      </dgm:t>
    </dgm:pt>
    <dgm:pt modelId="{AC1D50E8-BAFB-A74B-9032-1D3B6EA86687}" type="sibTrans" cxnId="{D91EC273-606A-1E4C-9D96-0BC0FCFEE6FC}">
      <dgm:prSet/>
      <dgm:spPr/>
      <dgm:t>
        <a:bodyPr/>
        <a:lstStyle/>
        <a:p>
          <a:endParaRPr lang="en-US"/>
        </a:p>
      </dgm:t>
    </dgm:pt>
    <dgm:pt modelId="{BB2A7E97-60E6-0B45-9E0A-715020B9869A}">
      <dgm:prSet phldrT="[Text]"/>
      <dgm:spPr/>
      <dgm:t>
        <a:bodyPr/>
        <a:lstStyle/>
        <a:p>
          <a:r>
            <a:rPr lang="en-US" dirty="0"/>
            <a:t>Engineering Validation Test</a:t>
          </a:r>
        </a:p>
      </dgm:t>
    </dgm:pt>
    <dgm:pt modelId="{A3675565-7DCA-4445-8986-DF6B9A281840}" type="parTrans" cxnId="{17A0C28B-C2F0-AC4B-B0C3-35AFD20A9A9C}">
      <dgm:prSet/>
      <dgm:spPr/>
      <dgm:t>
        <a:bodyPr/>
        <a:lstStyle/>
        <a:p>
          <a:endParaRPr lang="en-US"/>
        </a:p>
      </dgm:t>
    </dgm:pt>
    <dgm:pt modelId="{7A09D7D8-FE9D-0248-874D-0F3F6FAC67E2}" type="sibTrans" cxnId="{17A0C28B-C2F0-AC4B-B0C3-35AFD20A9A9C}">
      <dgm:prSet/>
      <dgm:spPr/>
      <dgm:t>
        <a:bodyPr/>
        <a:lstStyle/>
        <a:p>
          <a:endParaRPr lang="en-US"/>
        </a:p>
      </dgm:t>
    </dgm:pt>
    <dgm:pt modelId="{94ED573F-7A59-414C-8FCF-7736C8508E1D}">
      <dgm:prSet phldrT="[Text]"/>
      <dgm:spPr/>
      <dgm:t>
        <a:bodyPr/>
        <a:lstStyle/>
        <a:p>
          <a:r>
            <a:rPr lang="en-US" dirty="0"/>
            <a:t>Design Validation Test</a:t>
          </a:r>
        </a:p>
      </dgm:t>
    </dgm:pt>
    <dgm:pt modelId="{F9E201D9-1B7B-6043-B7BC-EA0161FF8A1E}" type="parTrans" cxnId="{B701E4BE-F061-654F-8A09-4BF4984DCECA}">
      <dgm:prSet/>
      <dgm:spPr/>
      <dgm:t>
        <a:bodyPr/>
        <a:lstStyle/>
        <a:p>
          <a:endParaRPr lang="en-US"/>
        </a:p>
      </dgm:t>
    </dgm:pt>
    <dgm:pt modelId="{06A4180D-3C7F-0D4D-91D6-F4ECBD4C264E}" type="sibTrans" cxnId="{B701E4BE-F061-654F-8A09-4BF4984DCECA}">
      <dgm:prSet/>
      <dgm:spPr/>
      <dgm:t>
        <a:bodyPr/>
        <a:lstStyle/>
        <a:p>
          <a:endParaRPr lang="en-US"/>
        </a:p>
      </dgm:t>
    </dgm:pt>
    <dgm:pt modelId="{1F3B0532-05AC-C042-B155-EFBFABFEDB64}">
      <dgm:prSet phldrT="[Text]"/>
      <dgm:spPr/>
      <dgm:t>
        <a:bodyPr/>
        <a:lstStyle/>
        <a:p>
          <a:r>
            <a:rPr lang="en-US" dirty="0"/>
            <a:t>Process Validation Test</a:t>
          </a:r>
        </a:p>
      </dgm:t>
    </dgm:pt>
    <dgm:pt modelId="{26E8CDEB-DDEE-6747-86B4-574A3FB910DE}" type="parTrans" cxnId="{41ED7449-BBDB-664A-B33B-1A66BC329211}">
      <dgm:prSet/>
      <dgm:spPr/>
      <dgm:t>
        <a:bodyPr/>
        <a:lstStyle/>
        <a:p>
          <a:endParaRPr lang="en-US"/>
        </a:p>
      </dgm:t>
    </dgm:pt>
    <dgm:pt modelId="{5036CFE0-A714-5344-A244-DB186FFCE87F}" type="sibTrans" cxnId="{41ED7449-BBDB-664A-B33B-1A66BC329211}">
      <dgm:prSet/>
      <dgm:spPr/>
      <dgm:t>
        <a:bodyPr/>
        <a:lstStyle/>
        <a:p>
          <a:endParaRPr lang="en-US"/>
        </a:p>
      </dgm:t>
    </dgm:pt>
    <dgm:pt modelId="{EA0EA3A3-3665-1F43-BC3C-E0D894A0D9CB}">
      <dgm:prSet phldrT="[Text]"/>
      <dgm:spPr/>
      <dgm:t>
        <a:bodyPr/>
        <a:lstStyle/>
        <a:p>
          <a:r>
            <a:rPr lang="en-US" dirty="0"/>
            <a:t>Mass Production Test</a:t>
          </a:r>
        </a:p>
      </dgm:t>
    </dgm:pt>
    <dgm:pt modelId="{736B8B5B-6822-144D-826C-58AA3B8EFA94}" type="parTrans" cxnId="{5E9FD561-9EBC-3849-8943-1F27BDE5E8FA}">
      <dgm:prSet/>
      <dgm:spPr/>
      <dgm:t>
        <a:bodyPr/>
        <a:lstStyle/>
        <a:p>
          <a:endParaRPr lang="en-US"/>
        </a:p>
      </dgm:t>
    </dgm:pt>
    <dgm:pt modelId="{ADCFDF5A-A1C3-8A4F-868A-54D90AC140E1}" type="sibTrans" cxnId="{5E9FD561-9EBC-3849-8943-1F27BDE5E8FA}">
      <dgm:prSet/>
      <dgm:spPr/>
      <dgm:t>
        <a:bodyPr/>
        <a:lstStyle/>
        <a:p>
          <a:endParaRPr lang="en-US"/>
        </a:p>
      </dgm:t>
    </dgm:pt>
    <dgm:pt modelId="{0DCCA111-31C6-FF4F-A1D9-5C0DB8A26975}" type="pres">
      <dgm:prSet presAssocID="{6032174A-FF79-D74E-8767-472635CB8548}" presName="Name0" presStyleCnt="0">
        <dgm:presLayoutVars>
          <dgm:dir/>
          <dgm:resizeHandles val="exact"/>
        </dgm:presLayoutVars>
      </dgm:prSet>
      <dgm:spPr/>
    </dgm:pt>
    <dgm:pt modelId="{F88EFE2F-DDD7-7B4B-A255-4D6C427AE0C0}" type="pres">
      <dgm:prSet presAssocID="{23C9CCC9-9422-344C-B7D0-F3F65DF86720}" presName="node" presStyleLbl="node1" presStyleIdx="0" presStyleCnt="8">
        <dgm:presLayoutVars>
          <dgm:bulletEnabled val="1"/>
        </dgm:presLayoutVars>
      </dgm:prSet>
      <dgm:spPr/>
    </dgm:pt>
    <dgm:pt modelId="{B6661EEF-570D-B148-AB1C-7B970E2A247F}" type="pres">
      <dgm:prSet presAssocID="{612EE5D0-F754-7E40-8672-E22929AFBB74}" presName="sibTrans" presStyleLbl="sibTrans1D1" presStyleIdx="0" presStyleCnt="7"/>
      <dgm:spPr/>
    </dgm:pt>
    <dgm:pt modelId="{8732B6E3-3571-1B4A-8209-2CAB06D0CA71}" type="pres">
      <dgm:prSet presAssocID="{612EE5D0-F754-7E40-8672-E22929AFBB74}" presName="connectorText" presStyleLbl="sibTrans1D1" presStyleIdx="0" presStyleCnt="7"/>
      <dgm:spPr/>
    </dgm:pt>
    <dgm:pt modelId="{1BD61E00-2284-B544-B345-CD7848384FC2}" type="pres">
      <dgm:prSet presAssocID="{4C760B04-8B29-FA48-8DB9-864AA36D922C}" presName="node" presStyleLbl="node1" presStyleIdx="1" presStyleCnt="8">
        <dgm:presLayoutVars>
          <dgm:bulletEnabled val="1"/>
        </dgm:presLayoutVars>
      </dgm:prSet>
      <dgm:spPr/>
    </dgm:pt>
    <dgm:pt modelId="{411FF784-1287-AA4D-82BC-C8EF20C3D646}" type="pres">
      <dgm:prSet presAssocID="{9BB2888F-603B-8C47-A1E4-0C36C65209F7}" presName="sibTrans" presStyleLbl="sibTrans1D1" presStyleIdx="1" presStyleCnt="7"/>
      <dgm:spPr/>
    </dgm:pt>
    <dgm:pt modelId="{325BDE17-570C-3E41-B43D-083E58D7B8BC}" type="pres">
      <dgm:prSet presAssocID="{9BB2888F-603B-8C47-A1E4-0C36C65209F7}" presName="connectorText" presStyleLbl="sibTrans1D1" presStyleIdx="1" presStyleCnt="7"/>
      <dgm:spPr/>
    </dgm:pt>
    <dgm:pt modelId="{2E40E1FD-4037-504F-BEA0-32F5DA4A0C6A}" type="pres">
      <dgm:prSet presAssocID="{DFD92337-619C-134A-B3A2-82610CFAB39E}" presName="node" presStyleLbl="node1" presStyleIdx="2" presStyleCnt="8">
        <dgm:presLayoutVars>
          <dgm:bulletEnabled val="1"/>
        </dgm:presLayoutVars>
      </dgm:prSet>
      <dgm:spPr/>
    </dgm:pt>
    <dgm:pt modelId="{1BEFD501-E4EB-9E40-8F93-E0651142DDE2}" type="pres">
      <dgm:prSet presAssocID="{0224BED0-7A4B-1A47-8CB3-1FD1B9EC2A60}" presName="sibTrans" presStyleLbl="sibTrans1D1" presStyleIdx="2" presStyleCnt="7"/>
      <dgm:spPr/>
    </dgm:pt>
    <dgm:pt modelId="{ACCAE31D-DA71-8D4D-AA8C-A59DEB1A690F}" type="pres">
      <dgm:prSet presAssocID="{0224BED0-7A4B-1A47-8CB3-1FD1B9EC2A60}" presName="connectorText" presStyleLbl="sibTrans1D1" presStyleIdx="2" presStyleCnt="7"/>
      <dgm:spPr/>
    </dgm:pt>
    <dgm:pt modelId="{55B937B4-45DA-D740-9858-9FE1B7A3202A}" type="pres">
      <dgm:prSet presAssocID="{B6F3D742-D05A-2D4A-8BDB-5A34F91BFBFE}" presName="node" presStyleLbl="node1" presStyleIdx="3" presStyleCnt="8">
        <dgm:presLayoutVars>
          <dgm:bulletEnabled val="1"/>
        </dgm:presLayoutVars>
      </dgm:prSet>
      <dgm:spPr/>
    </dgm:pt>
    <dgm:pt modelId="{8B8539CE-84EE-934E-97DB-2D7957FACC5E}" type="pres">
      <dgm:prSet presAssocID="{AC1D50E8-BAFB-A74B-9032-1D3B6EA86687}" presName="sibTrans" presStyleLbl="sibTrans1D1" presStyleIdx="3" presStyleCnt="7"/>
      <dgm:spPr/>
    </dgm:pt>
    <dgm:pt modelId="{751CA4CF-BCA9-F748-8703-35092C5EB7AF}" type="pres">
      <dgm:prSet presAssocID="{AC1D50E8-BAFB-A74B-9032-1D3B6EA86687}" presName="connectorText" presStyleLbl="sibTrans1D1" presStyleIdx="3" presStyleCnt="7"/>
      <dgm:spPr/>
    </dgm:pt>
    <dgm:pt modelId="{86F45661-D060-C84E-85E7-11DC53F5F4D6}" type="pres">
      <dgm:prSet presAssocID="{BB2A7E97-60E6-0B45-9E0A-715020B9869A}" presName="node" presStyleLbl="node1" presStyleIdx="4" presStyleCnt="8">
        <dgm:presLayoutVars>
          <dgm:bulletEnabled val="1"/>
        </dgm:presLayoutVars>
      </dgm:prSet>
      <dgm:spPr/>
    </dgm:pt>
    <dgm:pt modelId="{FE7EDB8C-E595-4C40-AA1A-624CA6C0F24E}" type="pres">
      <dgm:prSet presAssocID="{7A09D7D8-FE9D-0248-874D-0F3F6FAC67E2}" presName="sibTrans" presStyleLbl="sibTrans1D1" presStyleIdx="4" presStyleCnt="7"/>
      <dgm:spPr/>
    </dgm:pt>
    <dgm:pt modelId="{7B7B133B-B302-F242-AC8E-202FD331CB0E}" type="pres">
      <dgm:prSet presAssocID="{7A09D7D8-FE9D-0248-874D-0F3F6FAC67E2}" presName="connectorText" presStyleLbl="sibTrans1D1" presStyleIdx="4" presStyleCnt="7"/>
      <dgm:spPr/>
    </dgm:pt>
    <dgm:pt modelId="{80BB3386-06C6-3440-A362-2FF2BC238533}" type="pres">
      <dgm:prSet presAssocID="{94ED573F-7A59-414C-8FCF-7736C8508E1D}" presName="node" presStyleLbl="node1" presStyleIdx="5" presStyleCnt="8">
        <dgm:presLayoutVars>
          <dgm:bulletEnabled val="1"/>
        </dgm:presLayoutVars>
      </dgm:prSet>
      <dgm:spPr/>
    </dgm:pt>
    <dgm:pt modelId="{0ECDF1B7-F530-CA4D-BA49-FA2345C64BB1}" type="pres">
      <dgm:prSet presAssocID="{06A4180D-3C7F-0D4D-91D6-F4ECBD4C264E}" presName="sibTrans" presStyleLbl="sibTrans1D1" presStyleIdx="5" presStyleCnt="7"/>
      <dgm:spPr/>
    </dgm:pt>
    <dgm:pt modelId="{96F58244-EFF8-844D-A4D4-25F354D4C4D9}" type="pres">
      <dgm:prSet presAssocID="{06A4180D-3C7F-0D4D-91D6-F4ECBD4C264E}" presName="connectorText" presStyleLbl="sibTrans1D1" presStyleIdx="5" presStyleCnt="7"/>
      <dgm:spPr/>
    </dgm:pt>
    <dgm:pt modelId="{3D4BCCE9-96F0-D345-BAFE-FDF97814E66A}" type="pres">
      <dgm:prSet presAssocID="{1F3B0532-05AC-C042-B155-EFBFABFEDB64}" presName="node" presStyleLbl="node1" presStyleIdx="6" presStyleCnt="8">
        <dgm:presLayoutVars>
          <dgm:bulletEnabled val="1"/>
        </dgm:presLayoutVars>
      </dgm:prSet>
      <dgm:spPr/>
    </dgm:pt>
    <dgm:pt modelId="{690F2D95-B545-4944-A916-2D79B72E676C}" type="pres">
      <dgm:prSet presAssocID="{5036CFE0-A714-5344-A244-DB186FFCE87F}" presName="sibTrans" presStyleLbl="sibTrans1D1" presStyleIdx="6" presStyleCnt="7"/>
      <dgm:spPr/>
    </dgm:pt>
    <dgm:pt modelId="{BDD9B0D4-E4F7-544D-A2FB-AB0981B3785E}" type="pres">
      <dgm:prSet presAssocID="{5036CFE0-A714-5344-A244-DB186FFCE87F}" presName="connectorText" presStyleLbl="sibTrans1D1" presStyleIdx="6" presStyleCnt="7"/>
      <dgm:spPr/>
    </dgm:pt>
    <dgm:pt modelId="{637F1F7E-61FC-0344-BEC9-54D5FB34DB95}" type="pres">
      <dgm:prSet presAssocID="{EA0EA3A3-3665-1F43-BC3C-E0D894A0D9CB}" presName="node" presStyleLbl="node1" presStyleIdx="7" presStyleCnt="8">
        <dgm:presLayoutVars>
          <dgm:bulletEnabled val="1"/>
        </dgm:presLayoutVars>
      </dgm:prSet>
      <dgm:spPr/>
    </dgm:pt>
  </dgm:ptLst>
  <dgm:cxnLst>
    <dgm:cxn modelId="{80C82013-3BBC-8449-87C2-F183FA0E5C49}" srcId="{6032174A-FF79-D74E-8767-472635CB8548}" destId="{23C9CCC9-9422-344C-B7D0-F3F65DF86720}" srcOrd="0" destOrd="0" parTransId="{F08C548A-99D3-F84D-A081-786160C81C70}" sibTransId="{612EE5D0-F754-7E40-8672-E22929AFBB74}"/>
    <dgm:cxn modelId="{DEFBCE19-AEAE-E342-B212-A77999339F3F}" type="presOf" srcId="{4C760B04-8B29-FA48-8DB9-864AA36D922C}" destId="{1BD61E00-2284-B544-B345-CD7848384FC2}" srcOrd="0" destOrd="0" presId="urn:microsoft.com/office/officeart/2016/7/layout/RepeatingBendingProcessNew"/>
    <dgm:cxn modelId="{B01D8E2A-83C1-4C42-9B8F-BFB323C23162}" type="presOf" srcId="{612EE5D0-F754-7E40-8672-E22929AFBB74}" destId="{8732B6E3-3571-1B4A-8209-2CAB06D0CA71}" srcOrd="1" destOrd="0" presId="urn:microsoft.com/office/officeart/2016/7/layout/RepeatingBendingProcessNew"/>
    <dgm:cxn modelId="{C560C531-5D25-B847-8816-76530F98512E}" type="presOf" srcId="{0224BED0-7A4B-1A47-8CB3-1FD1B9EC2A60}" destId="{1BEFD501-E4EB-9E40-8F93-E0651142DDE2}" srcOrd="0" destOrd="0" presId="urn:microsoft.com/office/officeart/2016/7/layout/RepeatingBendingProcessNew"/>
    <dgm:cxn modelId="{9BBDEF44-2C8D-044A-8F12-218179BA58D3}" type="presOf" srcId="{06A4180D-3C7F-0D4D-91D6-F4ECBD4C264E}" destId="{0ECDF1B7-F530-CA4D-BA49-FA2345C64BB1}" srcOrd="0" destOrd="0" presId="urn:microsoft.com/office/officeart/2016/7/layout/RepeatingBendingProcessNew"/>
    <dgm:cxn modelId="{41ED7449-BBDB-664A-B33B-1A66BC329211}" srcId="{6032174A-FF79-D74E-8767-472635CB8548}" destId="{1F3B0532-05AC-C042-B155-EFBFABFEDB64}" srcOrd="6" destOrd="0" parTransId="{26E8CDEB-DDEE-6747-86B4-574A3FB910DE}" sibTransId="{5036CFE0-A714-5344-A244-DB186FFCE87F}"/>
    <dgm:cxn modelId="{909E2E5E-7035-9743-AE68-0E10CAE20A55}" type="presOf" srcId="{612EE5D0-F754-7E40-8672-E22929AFBB74}" destId="{B6661EEF-570D-B148-AB1C-7B970E2A247F}" srcOrd="0" destOrd="0" presId="urn:microsoft.com/office/officeart/2016/7/layout/RepeatingBendingProcessNew"/>
    <dgm:cxn modelId="{5E9FD561-9EBC-3849-8943-1F27BDE5E8FA}" srcId="{6032174A-FF79-D74E-8767-472635CB8548}" destId="{EA0EA3A3-3665-1F43-BC3C-E0D894A0D9CB}" srcOrd="7" destOrd="0" parTransId="{736B8B5B-6822-144D-826C-58AA3B8EFA94}" sibTransId="{ADCFDF5A-A1C3-8A4F-868A-54D90AC140E1}"/>
    <dgm:cxn modelId="{2D9A0165-80C7-8A4B-B5FA-2E867B2841D0}" type="presOf" srcId="{7A09D7D8-FE9D-0248-874D-0F3F6FAC67E2}" destId="{FE7EDB8C-E595-4C40-AA1A-624CA6C0F24E}" srcOrd="0" destOrd="0" presId="urn:microsoft.com/office/officeart/2016/7/layout/RepeatingBendingProcessNew"/>
    <dgm:cxn modelId="{D91EC273-606A-1E4C-9D96-0BC0FCFEE6FC}" srcId="{6032174A-FF79-D74E-8767-472635CB8548}" destId="{B6F3D742-D05A-2D4A-8BDB-5A34F91BFBFE}" srcOrd="3" destOrd="0" parTransId="{F9A3DFEB-E76A-6845-8C48-AA3D9AA91512}" sibTransId="{AC1D50E8-BAFB-A74B-9032-1D3B6EA86687}"/>
    <dgm:cxn modelId="{17A0C28B-C2F0-AC4B-B0C3-35AFD20A9A9C}" srcId="{6032174A-FF79-D74E-8767-472635CB8548}" destId="{BB2A7E97-60E6-0B45-9E0A-715020B9869A}" srcOrd="4" destOrd="0" parTransId="{A3675565-7DCA-4445-8986-DF6B9A281840}" sibTransId="{7A09D7D8-FE9D-0248-874D-0F3F6FAC67E2}"/>
    <dgm:cxn modelId="{852613A7-8CE1-7542-893F-7A268564D37B}" type="presOf" srcId="{7A09D7D8-FE9D-0248-874D-0F3F6FAC67E2}" destId="{7B7B133B-B302-F242-AC8E-202FD331CB0E}" srcOrd="1" destOrd="0" presId="urn:microsoft.com/office/officeart/2016/7/layout/RepeatingBendingProcessNew"/>
    <dgm:cxn modelId="{42EBA7AB-397F-7344-A7FE-E46E47C2DD60}" type="presOf" srcId="{DFD92337-619C-134A-B3A2-82610CFAB39E}" destId="{2E40E1FD-4037-504F-BEA0-32F5DA4A0C6A}" srcOrd="0" destOrd="0" presId="urn:microsoft.com/office/officeart/2016/7/layout/RepeatingBendingProcessNew"/>
    <dgm:cxn modelId="{9AABB5B7-9262-0644-B7FE-0A9D46B1FE58}" type="presOf" srcId="{06A4180D-3C7F-0D4D-91D6-F4ECBD4C264E}" destId="{96F58244-EFF8-844D-A4D4-25F354D4C4D9}" srcOrd="1" destOrd="0" presId="urn:microsoft.com/office/officeart/2016/7/layout/RepeatingBendingProcessNew"/>
    <dgm:cxn modelId="{52D808B8-A0AF-114D-AF93-69E69ACB3D3B}" type="presOf" srcId="{6032174A-FF79-D74E-8767-472635CB8548}" destId="{0DCCA111-31C6-FF4F-A1D9-5C0DB8A26975}" srcOrd="0" destOrd="0" presId="urn:microsoft.com/office/officeart/2016/7/layout/RepeatingBendingProcessNew"/>
    <dgm:cxn modelId="{64254BB9-1DA0-194B-BF06-C332EDFAA19C}" type="presOf" srcId="{23C9CCC9-9422-344C-B7D0-F3F65DF86720}" destId="{F88EFE2F-DDD7-7B4B-A255-4D6C427AE0C0}" srcOrd="0" destOrd="0" presId="urn:microsoft.com/office/officeart/2016/7/layout/RepeatingBendingProcessNew"/>
    <dgm:cxn modelId="{FDC924BD-9116-4A48-A5E9-8F0420E0779E}" type="presOf" srcId="{1F3B0532-05AC-C042-B155-EFBFABFEDB64}" destId="{3D4BCCE9-96F0-D345-BAFE-FDF97814E66A}" srcOrd="0" destOrd="0" presId="urn:microsoft.com/office/officeart/2016/7/layout/RepeatingBendingProcessNew"/>
    <dgm:cxn modelId="{B701E4BE-F061-654F-8A09-4BF4984DCECA}" srcId="{6032174A-FF79-D74E-8767-472635CB8548}" destId="{94ED573F-7A59-414C-8FCF-7736C8508E1D}" srcOrd="5" destOrd="0" parTransId="{F9E201D9-1B7B-6043-B7BC-EA0161FF8A1E}" sibTransId="{06A4180D-3C7F-0D4D-91D6-F4ECBD4C264E}"/>
    <dgm:cxn modelId="{44928BC4-E0A1-EF4D-96C0-8DE04A2E61CB}" type="presOf" srcId="{9BB2888F-603B-8C47-A1E4-0C36C65209F7}" destId="{411FF784-1287-AA4D-82BC-C8EF20C3D646}" srcOrd="0" destOrd="0" presId="urn:microsoft.com/office/officeart/2016/7/layout/RepeatingBendingProcessNew"/>
    <dgm:cxn modelId="{12D804D5-EAF5-A44D-B8C2-9428B08020F6}" type="presOf" srcId="{B6F3D742-D05A-2D4A-8BDB-5A34F91BFBFE}" destId="{55B937B4-45DA-D740-9858-9FE1B7A3202A}" srcOrd="0" destOrd="0" presId="urn:microsoft.com/office/officeart/2016/7/layout/RepeatingBendingProcessNew"/>
    <dgm:cxn modelId="{759374E1-A2A9-1544-8744-68F11008142F}" type="presOf" srcId="{5036CFE0-A714-5344-A244-DB186FFCE87F}" destId="{690F2D95-B545-4944-A916-2D79B72E676C}" srcOrd="0" destOrd="0" presId="urn:microsoft.com/office/officeart/2016/7/layout/RepeatingBendingProcessNew"/>
    <dgm:cxn modelId="{158857E5-348B-7349-BC3F-4C2F15875051}" type="presOf" srcId="{EA0EA3A3-3665-1F43-BC3C-E0D894A0D9CB}" destId="{637F1F7E-61FC-0344-BEC9-54D5FB34DB95}" srcOrd="0" destOrd="0" presId="urn:microsoft.com/office/officeart/2016/7/layout/RepeatingBendingProcessNew"/>
    <dgm:cxn modelId="{829D3AE6-A7CE-3245-9437-16773CCA59BD}" type="presOf" srcId="{9BB2888F-603B-8C47-A1E4-0C36C65209F7}" destId="{325BDE17-570C-3E41-B43D-083E58D7B8BC}" srcOrd="1" destOrd="0" presId="urn:microsoft.com/office/officeart/2016/7/layout/RepeatingBendingProcessNew"/>
    <dgm:cxn modelId="{E3C348EF-A83E-9644-A4F0-BEB6C6F119DE}" type="presOf" srcId="{BB2A7E97-60E6-0B45-9E0A-715020B9869A}" destId="{86F45661-D060-C84E-85E7-11DC53F5F4D6}" srcOrd="0" destOrd="0" presId="urn:microsoft.com/office/officeart/2016/7/layout/RepeatingBendingProcessNew"/>
    <dgm:cxn modelId="{50E539F0-D840-F141-B1DF-92077B3F9AD6}" srcId="{6032174A-FF79-D74E-8767-472635CB8548}" destId="{4C760B04-8B29-FA48-8DB9-864AA36D922C}" srcOrd="1" destOrd="0" parTransId="{E16B9F50-051B-3D46-AD02-2EC9363AB716}" sibTransId="{9BB2888F-603B-8C47-A1E4-0C36C65209F7}"/>
    <dgm:cxn modelId="{E58AD0F0-12F1-DB42-8B4D-A67E2872A51D}" type="presOf" srcId="{AC1D50E8-BAFB-A74B-9032-1D3B6EA86687}" destId="{751CA4CF-BCA9-F748-8703-35092C5EB7AF}" srcOrd="1" destOrd="0" presId="urn:microsoft.com/office/officeart/2016/7/layout/RepeatingBendingProcessNew"/>
    <dgm:cxn modelId="{6F296BF1-FB6A-D446-B4EB-FF73B5EE39A7}" type="presOf" srcId="{AC1D50E8-BAFB-A74B-9032-1D3B6EA86687}" destId="{8B8539CE-84EE-934E-97DB-2D7957FACC5E}" srcOrd="0" destOrd="0" presId="urn:microsoft.com/office/officeart/2016/7/layout/RepeatingBendingProcessNew"/>
    <dgm:cxn modelId="{8DEAFEF4-D14B-0643-BAA7-042E64D84FD2}" type="presOf" srcId="{0224BED0-7A4B-1A47-8CB3-1FD1B9EC2A60}" destId="{ACCAE31D-DA71-8D4D-AA8C-A59DEB1A690F}" srcOrd="1" destOrd="0" presId="urn:microsoft.com/office/officeart/2016/7/layout/RepeatingBendingProcessNew"/>
    <dgm:cxn modelId="{138516F6-44E2-6C42-AF10-A09E4AC2C3E8}" type="presOf" srcId="{5036CFE0-A714-5344-A244-DB186FFCE87F}" destId="{BDD9B0D4-E4F7-544D-A2FB-AB0981B3785E}" srcOrd="1" destOrd="0" presId="urn:microsoft.com/office/officeart/2016/7/layout/RepeatingBendingProcessNew"/>
    <dgm:cxn modelId="{7E6B8EFB-67E4-2647-B5F4-172E9C88C290}" srcId="{6032174A-FF79-D74E-8767-472635CB8548}" destId="{DFD92337-619C-134A-B3A2-82610CFAB39E}" srcOrd="2" destOrd="0" parTransId="{158C1022-9D89-834B-B6D6-8584E4F0EDE8}" sibTransId="{0224BED0-7A4B-1A47-8CB3-1FD1B9EC2A60}"/>
    <dgm:cxn modelId="{BDA06EFF-C297-424F-9970-19E42338F11B}" type="presOf" srcId="{94ED573F-7A59-414C-8FCF-7736C8508E1D}" destId="{80BB3386-06C6-3440-A362-2FF2BC238533}" srcOrd="0" destOrd="0" presId="urn:microsoft.com/office/officeart/2016/7/layout/RepeatingBendingProcessNew"/>
    <dgm:cxn modelId="{7EEB4EE6-47FE-CB42-9F78-A4D52309ECD3}" type="presParOf" srcId="{0DCCA111-31C6-FF4F-A1D9-5C0DB8A26975}" destId="{F88EFE2F-DDD7-7B4B-A255-4D6C427AE0C0}" srcOrd="0" destOrd="0" presId="urn:microsoft.com/office/officeart/2016/7/layout/RepeatingBendingProcessNew"/>
    <dgm:cxn modelId="{4A05F9FF-7C9C-064A-8345-C88C72F39849}" type="presParOf" srcId="{0DCCA111-31C6-FF4F-A1D9-5C0DB8A26975}" destId="{B6661EEF-570D-B148-AB1C-7B970E2A247F}" srcOrd="1" destOrd="0" presId="urn:microsoft.com/office/officeart/2016/7/layout/RepeatingBendingProcessNew"/>
    <dgm:cxn modelId="{526E45EB-AF12-1E47-82E5-2ED8EAA4D1A1}" type="presParOf" srcId="{B6661EEF-570D-B148-AB1C-7B970E2A247F}" destId="{8732B6E3-3571-1B4A-8209-2CAB06D0CA71}" srcOrd="0" destOrd="0" presId="urn:microsoft.com/office/officeart/2016/7/layout/RepeatingBendingProcessNew"/>
    <dgm:cxn modelId="{294C91EB-B517-CA4D-B83E-7C4D8901D2DE}" type="presParOf" srcId="{0DCCA111-31C6-FF4F-A1D9-5C0DB8A26975}" destId="{1BD61E00-2284-B544-B345-CD7848384FC2}" srcOrd="2" destOrd="0" presId="urn:microsoft.com/office/officeart/2016/7/layout/RepeatingBendingProcessNew"/>
    <dgm:cxn modelId="{89D084CD-9433-7C42-BE33-2A7D38BE3319}" type="presParOf" srcId="{0DCCA111-31C6-FF4F-A1D9-5C0DB8A26975}" destId="{411FF784-1287-AA4D-82BC-C8EF20C3D646}" srcOrd="3" destOrd="0" presId="urn:microsoft.com/office/officeart/2016/7/layout/RepeatingBendingProcessNew"/>
    <dgm:cxn modelId="{C71B8144-DA46-4940-B1DD-7DA8D1050F01}" type="presParOf" srcId="{411FF784-1287-AA4D-82BC-C8EF20C3D646}" destId="{325BDE17-570C-3E41-B43D-083E58D7B8BC}" srcOrd="0" destOrd="0" presId="urn:microsoft.com/office/officeart/2016/7/layout/RepeatingBendingProcessNew"/>
    <dgm:cxn modelId="{A0854CBA-DD13-0547-9CC7-0A69443D9027}" type="presParOf" srcId="{0DCCA111-31C6-FF4F-A1D9-5C0DB8A26975}" destId="{2E40E1FD-4037-504F-BEA0-32F5DA4A0C6A}" srcOrd="4" destOrd="0" presId="urn:microsoft.com/office/officeart/2016/7/layout/RepeatingBendingProcessNew"/>
    <dgm:cxn modelId="{3153834F-28BC-A14D-9523-8E87715CA983}" type="presParOf" srcId="{0DCCA111-31C6-FF4F-A1D9-5C0DB8A26975}" destId="{1BEFD501-E4EB-9E40-8F93-E0651142DDE2}" srcOrd="5" destOrd="0" presId="urn:microsoft.com/office/officeart/2016/7/layout/RepeatingBendingProcessNew"/>
    <dgm:cxn modelId="{F2859BB8-3E55-6542-A1D2-60E2F0B3C772}" type="presParOf" srcId="{1BEFD501-E4EB-9E40-8F93-E0651142DDE2}" destId="{ACCAE31D-DA71-8D4D-AA8C-A59DEB1A690F}" srcOrd="0" destOrd="0" presId="urn:microsoft.com/office/officeart/2016/7/layout/RepeatingBendingProcessNew"/>
    <dgm:cxn modelId="{2826BD99-0838-334B-BB0C-AB0F08DCB1AB}" type="presParOf" srcId="{0DCCA111-31C6-FF4F-A1D9-5C0DB8A26975}" destId="{55B937B4-45DA-D740-9858-9FE1B7A3202A}" srcOrd="6" destOrd="0" presId="urn:microsoft.com/office/officeart/2016/7/layout/RepeatingBendingProcessNew"/>
    <dgm:cxn modelId="{C2883630-E147-0546-9363-6FD3B3B06C45}" type="presParOf" srcId="{0DCCA111-31C6-FF4F-A1D9-5C0DB8A26975}" destId="{8B8539CE-84EE-934E-97DB-2D7957FACC5E}" srcOrd="7" destOrd="0" presId="urn:microsoft.com/office/officeart/2016/7/layout/RepeatingBendingProcessNew"/>
    <dgm:cxn modelId="{07B078D7-5CB3-634C-A8D3-FAF2CCBC5E2F}" type="presParOf" srcId="{8B8539CE-84EE-934E-97DB-2D7957FACC5E}" destId="{751CA4CF-BCA9-F748-8703-35092C5EB7AF}" srcOrd="0" destOrd="0" presId="urn:microsoft.com/office/officeart/2016/7/layout/RepeatingBendingProcessNew"/>
    <dgm:cxn modelId="{D3A68E35-DC3E-C044-A9D0-9E248BC125C6}" type="presParOf" srcId="{0DCCA111-31C6-FF4F-A1D9-5C0DB8A26975}" destId="{86F45661-D060-C84E-85E7-11DC53F5F4D6}" srcOrd="8" destOrd="0" presId="urn:microsoft.com/office/officeart/2016/7/layout/RepeatingBendingProcessNew"/>
    <dgm:cxn modelId="{55853521-1DE4-2D45-A6F8-6E15FB331FAE}" type="presParOf" srcId="{0DCCA111-31C6-FF4F-A1D9-5C0DB8A26975}" destId="{FE7EDB8C-E595-4C40-AA1A-624CA6C0F24E}" srcOrd="9" destOrd="0" presId="urn:microsoft.com/office/officeart/2016/7/layout/RepeatingBendingProcessNew"/>
    <dgm:cxn modelId="{66AD9040-51DF-B94F-AF2B-351ABD0C5939}" type="presParOf" srcId="{FE7EDB8C-E595-4C40-AA1A-624CA6C0F24E}" destId="{7B7B133B-B302-F242-AC8E-202FD331CB0E}" srcOrd="0" destOrd="0" presId="urn:microsoft.com/office/officeart/2016/7/layout/RepeatingBendingProcessNew"/>
    <dgm:cxn modelId="{1A0324A8-DE8E-F740-AC89-27CBCDB5C0B6}" type="presParOf" srcId="{0DCCA111-31C6-FF4F-A1D9-5C0DB8A26975}" destId="{80BB3386-06C6-3440-A362-2FF2BC238533}" srcOrd="10" destOrd="0" presId="urn:microsoft.com/office/officeart/2016/7/layout/RepeatingBendingProcessNew"/>
    <dgm:cxn modelId="{9CE425EE-A570-8148-9DBF-8AFE75AA6D06}" type="presParOf" srcId="{0DCCA111-31C6-FF4F-A1D9-5C0DB8A26975}" destId="{0ECDF1B7-F530-CA4D-BA49-FA2345C64BB1}" srcOrd="11" destOrd="0" presId="urn:microsoft.com/office/officeart/2016/7/layout/RepeatingBendingProcessNew"/>
    <dgm:cxn modelId="{2BDBE334-9989-A343-904F-22EC7856EF77}" type="presParOf" srcId="{0ECDF1B7-F530-CA4D-BA49-FA2345C64BB1}" destId="{96F58244-EFF8-844D-A4D4-25F354D4C4D9}" srcOrd="0" destOrd="0" presId="urn:microsoft.com/office/officeart/2016/7/layout/RepeatingBendingProcessNew"/>
    <dgm:cxn modelId="{1CA13879-1E7B-5843-A8F5-2D1EAA8DE3BF}" type="presParOf" srcId="{0DCCA111-31C6-FF4F-A1D9-5C0DB8A26975}" destId="{3D4BCCE9-96F0-D345-BAFE-FDF97814E66A}" srcOrd="12" destOrd="0" presId="urn:microsoft.com/office/officeart/2016/7/layout/RepeatingBendingProcessNew"/>
    <dgm:cxn modelId="{B813CB94-8F07-A345-AFEB-BC6E717A4566}" type="presParOf" srcId="{0DCCA111-31C6-FF4F-A1D9-5C0DB8A26975}" destId="{690F2D95-B545-4944-A916-2D79B72E676C}" srcOrd="13" destOrd="0" presId="urn:microsoft.com/office/officeart/2016/7/layout/RepeatingBendingProcessNew"/>
    <dgm:cxn modelId="{1CA4A717-3567-4F47-B0F5-17768E795FA3}" type="presParOf" srcId="{690F2D95-B545-4944-A916-2D79B72E676C}" destId="{BDD9B0D4-E4F7-544D-A2FB-AB0981B3785E}" srcOrd="0" destOrd="0" presId="urn:microsoft.com/office/officeart/2016/7/layout/RepeatingBendingProcessNew"/>
    <dgm:cxn modelId="{63BB6E99-4B7E-C84A-ADEA-69F197A7AA28}" type="presParOf" srcId="{0DCCA111-31C6-FF4F-A1D9-5C0DB8A26975}" destId="{637F1F7E-61FC-0344-BEC9-54D5FB34DB95}" srcOrd="14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032174A-FF79-D74E-8767-472635CB8548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</dgm:pt>
    <dgm:pt modelId="{23C9CCC9-9422-344C-B7D0-F3F65DF86720}">
      <dgm:prSet phldrT="[Text]"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(IQC) Incoming Material/Parts Quality Control</a:t>
          </a:r>
        </a:p>
      </dgm:t>
    </dgm:pt>
    <dgm:pt modelId="{F08C548A-99D3-F84D-A081-786160C81C70}" type="parTrans" cxnId="{80C82013-3BBC-8449-87C2-F183FA0E5C49}">
      <dgm:prSet/>
      <dgm:spPr/>
      <dgm:t>
        <a:bodyPr/>
        <a:lstStyle/>
        <a:p>
          <a:endParaRPr lang="en-US"/>
        </a:p>
      </dgm:t>
    </dgm:pt>
    <dgm:pt modelId="{612EE5D0-F754-7E40-8672-E22929AFBB74}" type="sibTrans" cxnId="{80C82013-3BBC-8449-87C2-F183FA0E5C49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4C760B04-8B29-FA48-8DB9-864AA36D922C}">
      <dgm:prSet phldrT="[Text]"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Assembly Process</a:t>
          </a:r>
        </a:p>
      </dgm:t>
    </dgm:pt>
    <dgm:pt modelId="{E16B9F50-051B-3D46-AD02-2EC9363AB716}" type="parTrans" cxnId="{50E539F0-D840-F141-B1DF-92077B3F9AD6}">
      <dgm:prSet/>
      <dgm:spPr/>
      <dgm:t>
        <a:bodyPr/>
        <a:lstStyle/>
        <a:p>
          <a:endParaRPr lang="en-US"/>
        </a:p>
      </dgm:t>
    </dgm:pt>
    <dgm:pt modelId="{9BB2888F-603B-8C47-A1E4-0C36C65209F7}" type="sibTrans" cxnId="{50E539F0-D840-F141-B1DF-92077B3F9AD6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DFD92337-619C-134A-B3A2-82610CFAB39E}">
      <dgm:prSet phldrT="[Text]"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Testing Process</a:t>
          </a:r>
        </a:p>
      </dgm:t>
    </dgm:pt>
    <dgm:pt modelId="{158C1022-9D89-834B-B6D6-8584E4F0EDE8}" type="parTrans" cxnId="{7E6B8EFB-67E4-2647-B5F4-172E9C88C290}">
      <dgm:prSet/>
      <dgm:spPr/>
      <dgm:t>
        <a:bodyPr/>
        <a:lstStyle/>
        <a:p>
          <a:endParaRPr lang="en-US"/>
        </a:p>
      </dgm:t>
    </dgm:pt>
    <dgm:pt modelId="{0224BED0-7A4B-1A47-8CB3-1FD1B9EC2A60}" type="sibTrans" cxnId="{7E6B8EFB-67E4-2647-B5F4-172E9C88C290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B6F3D742-D05A-2D4A-8BDB-5A34F91BFBFE}">
      <dgm:prSet phldrT="[Text]"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Packing Process</a:t>
          </a:r>
        </a:p>
      </dgm:t>
    </dgm:pt>
    <dgm:pt modelId="{F9A3DFEB-E76A-6845-8C48-AA3D9AA91512}" type="parTrans" cxnId="{D91EC273-606A-1E4C-9D96-0BC0FCFEE6FC}">
      <dgm:prSet/>
      <dgm:spPr/>
      <dgm:t>
        <a:bodyPr/>
        <a:lstStyle/>
        <a:p>
          <a:endParaRPr lang="en-US"/>
        </a:p>
      </dgm:t>
    </dgm:pt>
    <dgm:pt modelId="{AC1D50E8-BAFB-A74B-9032-1D3B6EA86687}" type="sibTrans" cxnId="{D91EC273-606A-1E4C-9D96-0BC0FCFEE6FC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BB2A7E97-60E6-0B45-9E0A-715020B9869A}">
      <dgm:prSet phldrT="[Text]"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OQC Process (Sampling)</a:t>
          </a:r>
        </a:p>
      </dgm:t>
    </dgm:pt>
    <dgm:pt modelId="{A3675565-7DCA-4445-8986-DF6B9A281840}" type="parTrans" cxnId="{17A0C28B-C2F0-AC4B-B0C3-35AFD20A9A9C}">
      <dgm:prSet/>
      <dgm:spPr/>
      <dgm:t>
        <a:bodyPr/>
        <a:lstStyle/>
        <a:p>
          <a:endParaRPr lang="en-US"/>
        </a:p>
      </dgm:t>
    </dgm:pt>
    <dgm:pt modelId="{7A09D7D8-FE9D-0248-874D-0F3F6FAC67E2}" type="sibTrans" cxnId="{17A0C28B-C2F0-AC4B-B0C3-35AFD20A9A9C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94ED573F-7A59-414C-8FCF-7736C8508E1D}">
      <dgm:prSet phldrT="[Text]"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Shipping Process</a:t>
          </a:r>
        </a:p>
      </dgm:t>
    </dgm:pt>
    <dgm:pt modelId="{F9E201D9-1B7B-6043-B7BC-EA0161FF8A1E}" type="parTrans" cxnId="{B701E4BE-F061-654F-8A09-4BF4984DCECA}">
      <dgm:prSet/>
      <dgm:spPr/>
      <dgm:t>
        <a:bodyPr/>
        <a:lstStyle/>
        <a:p>
          <a:endParaRPr lang="en-US"/>
        </a:p>
      </dgm:t>
    </dgm:pt>
    <dgm:pt modelId="{06A4180D-3C7F-0D4D-91D6-F4ECBD4C264E}" type="sibTrans" cxnId="{B701E4BE-F061-654F-8A09-4BF4984DCECA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1F3B0532-05AC-C042-B155-EFBFABFEDB64}">
      <dgm:prSet phldrT="[Text]"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After Sales</a:t>
          </a:r>
        </a:p>
      </dgm:t>
    </dgm:pt>
    <dgm:pt modelId="{26E8CDEB-DDEE-6747-86B4-574A3FB910DE}" type="parTrans" cxnId="{41ED7449-BBDB-664A-B33B-1A66BC329211}">
      <dgm:prSet/>
      <dgm:spPr/>
      <dgm:t>
        <a:bodyPr/>
        <a:lstStyle/>
        <a:p>
          <a:endParaRPr lang="en-US"/>
        </a:p>
      </dgm:t>
    </dgm:pt>
    <dgm:pt modelId="{5036CFE0-A714-5344-A244-DB186FFCE87F}" type="sibTrans" cxnId="{41ED7449-BBDB-664A-B33B-1A66BC329211}">
      <dgm:prSet/>
      <dgm:spPr/>
      <dgm:t>
        <a:bodyPr/>
        <a:lstStyle/>
        <a:p>
          <a:endParaRPr lang="en-US"/>
        </a:p>
      </dgm:t>
    </dgm:pt>
    <dgm:pt modelId="{142ABD8B-A3F9-4276-AB6E-877F8BB4255F}" type="pres">
      <dgm:prSet presAssocID="{6032174A-FF79-D74E-8767-472635CB8548}" presName="root" presStyleCnt="0">
        <dgm:presLayoutVars>
          <dgm:dir/>
          <dgm:resizeHandles val="exact"/>
        </dgm:presLayoutVars>
      </dgm:prSet>
      <dgm:spPr/>
    </dgm:pt>
    <dgm:pt modelId="{D51DA76A-EFD2-4299-89AA-9B64AAB2D986}" type="pres">
      <dgm:prSet presAssocID="{23C9CCC9-9422-344C-B7D0-F3F65DF86720}" presName="compNode" presStyleCnt="0"/>
      <dgm:spPr/>
    </dgm:pt>
    <dgm:pt modelId="{77CC4463-CB22-40EC-A72F-67B9AF024C91}" type="pres">
      <dgm:prSet presAssocID="{23C9CCC9-9422-344C-B7D0-F3F65DF86720}" presName="iconRect" presStyleLbl="node1" presStyleIdx="0" presStyleCnt="7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lowchart"/>
        </a:ext>
      </dgm:extLst>
    </dgm:pt>
    <dgm:pt modelId="{EF5AB8FD-E7F9-4694-B914-6993F3FDCE8F}" type="pres">
      <dgm:prSet presAssocID="{23C9CCC9-9422-344C-B7D0-F3F65DF86720}" presName="spaceRect" presStyleCnt="0"/>
      <dgm:spPr/>
    </dgm:pt>
    <dgm:pt modelId="{6F1B798A-DC45-4129-82D0-7284048F9BE0}" type="pres">
      <dgm:prSet presAssocID="{23C9CCC9-9422-344C-B7D0-F3F65DF86720}" presName="textRect" presStyleLbl="revTx" presStyleIdx="0" presStyleCnt="7">
        <dgm:presLayoutVars>
          <dgm:chMax val="1"/>
          <dgm:chPref val="1"/>
        </dgm:presLayoutVars>
      </dgm:prSet>
      <dgm:spPr/>
    </dgm:pt>
    <dgm:pt modelId="{F1226A24-3CB6-479A-83E9-9745B9ABC809}" type="pres">
      <dgm:prSet presAssocID="{612EE5D0-F754-7E40-8672-E22929AFBB74}" presName="sibTrans" presStyleCnt="0"/>
      <dgm:spPr/>
    </dgm:pt>
    <dgm:pt modelId="{247591FD-30DA-4C6C-AE12-03B57260FEC8}" type="pres">
      <dgm:prSet presAssocID="{4C760B04-8B29-FA48-8DB9-864AA36D922C}" presName="compNode" presStyleCnt="0"/>
      <dgm:spPr/>
    </dgm:pt>
    <dgm:pt modelId="{654017EE-48A8-4697-865C-394EB0B6DF03}" type="pres">
      <dgm:prSet presAssocID="{4C760B04-8B29-FA48-8DB9-864AA36D922C}" presName="iconRect" presStyleLbl="node1" presStyleIdx="1" presStyleCnt="7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B4990BA3-0D86-474E-8647-116768E2EA21}" type="pres">
      <dgm:prSet presAssocID="{4C760B04-8B29-FA48-8DB9-864AA36D922C}" presName="spaceRect" presStyleCnt="0"/>
      <dgm:spPr/>
    </dgm:pt>
    <dgm:pt modelId="{F2C7B285-969B-42B4-9FF7-35FC6BC9E5CC}" type="pres">
      <dgm:prSet presAssocID="{4C760B04-8B29-FA48-8DB9-864AA36D922C}" presName="textRect" presStyleLbl="revTx" presStyleIdx="1" presStyleCnt="7">
        <dgm:presLayoutVars>
          <dgm:chMax val="1"/>
          <dgm:chPref val="1"/>
        </dgm:presLayoutVars>
      </dgm:prSet>
      <dgm:spPr/>
    </dgm:pt>
    <dgm:pt modelId="{9382E0B1-4366-4E1B-8C63-AAAE5A7EADFE}" type="pres">
      <dgm:prSet presAssocID="{9BB2888F-603B-8C47-A1E4-0C36C65209F7}" presName="sibTrans" presStyleCnt="0"/>
      <dgm:spPr/>
    </dgm:pt>
    <dgm:pt modelId="{00F136BF-6EAE-4070-9497-A6F2D6E5C567}" type="pres">
      <dgm:prSet presAssocID="{DFD92337-619C-134A-B3A2-82610CFAB39E}" presName="compNode" presStyleCnt="0"/>
      <dgm:spPr/>
    </dgm:pt>
    <dgm:pt modelId="{EAA3864E-D787-4C4F-A34E-A50E3D24A67D}" type="pres">
      <dgm:prSet presAssocID="{DFD92337-619C-134A-B3A2-82610CFAB39E}" presName="iconRect" presStyleLbl="node1" presStyleIdx="2" presStyleCnt="7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 List"/>
        </a:ext>
      </dgm:extLst>
    </dgm:pt>
    <dgm:pt modelId="{F6FB5A63-5706-465B-A570-7D91587E0EA8}" type="pres">
      <dgm:prSet presAssocID="{DFD92337-619C-134A-B3A2-82610CFAB39E}" presName="spaceRect" presStyleCnt="0"/>
      <dgm:spPr/>
    </dgm:pt>
    <dgm:pt modelId="{D9D5A196-6FB9-4E5E-90EE-2253B9B8EDB0}" type="pres">
      <dgm:prSet presAssocID="{DFD92337-619C-134A-B3A2-82610CFAB39E}" presName="textRect" presStyleLbl="revTx" presStyleIdx="2" presStyleCnt="7">
        <dgm:presLayoutVars>
          <dgm:chMax val="1"/>
          <dgm:chPref val="1"/>
        </dgm:presLayoutVars>
      </dgm:prSet>
      <dgm:spPr/>
    </dgm:pt>
    <dgm:pt modelId="{540AF9B6-6D9F-4788-9C7D-E6B967B40D58}" type="pres">
      <dgm:prSet presAssocID="{0224BED0-7A4B-1A47-8CB3-1FD1B9EC2A60}" presName="sibTrans" presStyleCnt="0"/>
      <dgm:spPr/>
    </dgm:pt>
    <dgm:pt modelId="{6C32494F-1D7F-4340-9657-5D4A74C0C621}" type="pres">
      <dgm:prSet presAssocID="{B6F3D742-D05A-2D4A-8BDB-5A34F91BFBFE}" presName="compNode" presStyleCnt="0"/>
      <dgm:spPr/>
    </dgm:pt>
    <dgm:pt modelId="{CD433CFB-CF26-4F94-B5BB-3F8BB443FF07}" type="pres">
      <dgm:prSet presAssocID="{B6F3D742-D05A-2D4A-8BDB-5A34F91BFBFE}" presName="iconRect" presStyleLbl="node1" presStyleIdx="3" presStyleCnt="7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ox"/>
        </a:ext>
      </dgm:extLst>
    </dgm:pt>
    <dgm:pt modelId="{E0FE852E-F993-4D62-9A71-0232EFE9A35C}" type="pres">
      <dgm:prSet presAssocID="{B6F3D742-D05A-2D4A-8BDB-5A34F91BFBFE}" presName="spaceRect" presStyleCnt="0"/>
      <dgm:spPr/>
    </dgm:pt>
    <dgm:pt modelId="{F47761B4-7CAC-4D25-A305-121D1B7BE568}" type="pres">
      <dgm:prSet presAssocID="{B6F3D742-D05A-2D4A-8BDB-5A34F91BFBFE}" presName="textRect" presStyleLbl="revTx" presStyleIdx="3" presStyleCnt="7">
        <dgm:presLayoutVars>
          <dgm:chMax val="1"/>
          <dgm:chPref val="1"/>
        </dgm:presLayoutVars>
      </dgm:prSet>
      <dgm:spPr/>
    </dgm:pt>
    <dgm:pt modelId="{64527EED-3480-45EF-B999-DC4C1BE7208B}" type="pres">
      <dgm:prSet presAssocID="{AC1D50E8-BAFB-A74B-9032-1D3B6EA86687}" presName="sibTrans" presStyleCnt="0"/>
      <dgm:spPr/>
    </dgm:pt>
    <dgm:pt modelId="{7FE27FBD-72A3-4E9A-BBA8-35CE4935CC74}" type="pres">
      <dgm:prSet presAssocID="{BB2A7E97-60E6-0B45-9E0A-715020B9869A}" presName="compNode" presStyleCnt="0"/>
      <dgm:spPr/>
    </dgm:pt>
    <dgm:pt modelId="{4A2908AC-714B-4445-8D28-5BCB07E1CA98}" type="pres">
      <dgm:prSet presAssocID="{BB2A7E97-60E6-0B45-9E0A-715020B9869A}" presName="iconRect" presStyleLbl="node1" presStyleIdx="4" presStyleCnt="7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rget Audience"/>
        </a:ext>
      </dgm:extLst>
    </dgm:pt>
    <dgm:pt modelId="{49883562-FDA2-453A-8E00-AA1690BF995D}" type="pres">
      <dgm:prSet presAssocID="{BB2A7E97-60E6-0B45-9E0A-715020B9869A}" presName="spaceRect" presStyleCnt="0"/>
      <dgm:spPr/>
    </dgm:pt>
    <dgm:pt modelId="{FC971A2C-23EF-455C-9591-3E304ADC2232}" type="pres">
      <dgm:prSet presAssocID="{BB2A7E97-60E6-0B45-9E0A-715020B9869A}" presName="textRect" presStyleLbl="revTx" presStyleIdx="4" presStyleCnt="7">
        <dgm:presLayoutVars>
          <dgm:chMax val="1"/>
          <dgm:chPref val="1"/>
        </dgm:presLayoutVars>
      </dgm:prSet>
      <dgm:spPr/>
    </dgm:pt>
    <dgm:pt modelId="{AC6115D4-DD33-413B-952F-E96F83E49182}" type="pres">
      <dgm:prSet presAssocID="{7A09D7D8-FE9D-0248-874D-0F3F6FAC67E2}" presName="sibTrans" presStyleCnt="0"/>
      <dgm:spPr/>
    </dgm:pt>
    <dgm:pt modelId="{C3D8546E-3976-4CA4-B76A-7D41EA0EDAA6}" type="pres">
      <dgm:prSet presAssocID="{94ED573F-7A59-414C-8FCF-7736C8508E1D}" presName="compNode" presStyleCnt="0"/>
      <dgm:spPr/>
    </dgm:pt>
    <dgm:pt modelId="{13C38789-1985-4DA2-9A1E-2A5E5EA60DFC}" type="pres">
      <dgm:prSet presAssocID="{94ED573F-7A59-414C-8FCF-7736C8508E1D}" presName="iconRect" presStyleLbl="node1" presStyleIdx="5" presStyleCnt="7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ruck"/>
        </a:ext>
      </dgm:extLst>
    </dgm:pt>
    <dgm:pt modelId="{1A7D4C90-F747-4552-A207-F8F335622147}" type="pres">
      <dgm:prSet presAssocID="{94ED573F-7A59-414C-8FCF-7736C8508E1D}" presName="spaceRect" presStyleCnt="0"/>
      <dgm:spPr/>
    </dgm:pt>
    <dgm:pt modelId="{9B87FC12-075C-4DD5-8E3F-CFFC3E385F0F}" type="pres">
      <dgm:prSet presAssocID="{94ED573F-7A59-414C-8FCF-7736C8508E1D}" presName="textRect" presStyleLbl="revTx" presStyleIdx="5" presStyleCnt="7">
        <dgm:presLayoutVars>
          <dgm:chMax val="1"/>
          <dgm:chPref val="1"/>
        </dgm:presLayoutVars>
      </dgm:prSet>
      <dgm:spPr/>
    </dgm:pt>
    <dgm:pt modelId="{CB6C1235-E608-4023-961E-6D34AB6E32F1}" type="pres">
      <dgm:prSet presAssocID="{06A4180D-3C7F-0D4D-91D6-F4ECBD4C264E}" presName="sibTrans" presStyleCnt="0"/>
      <dgm:spPr/>
    </dgm:pt>
    <dgm:pt modelId="{F2F35F61-002B-42E1-B93C-EB3F928E4AE4}" type="pres">
      <dgm:prSet presAssocID="{1F3B0532-05AC-C042-B155-EFBFABFEDB64}" presName="compNode" presStyleCnt="0"/>
      <dgm:spPr/>
    </dgm:pt>
    <dgm:pt modelId="{78727410-CA09-4207-8280-6B3EDC142E40}" type="pres">
      <dgm:prSet presAssocID="{1F3B0532-05AC-C042-B155-EFBFABFEDB64}" presName="iconRect" presStyleLbl="node1" presStyleIdx="6" presStyleCnt="7"/>
      <dgm:spPr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A45C3CF5-0082-4E48-99AD-0C049BD2C6AD}" type="pres">
      <dgm:prSet presAssocID="{1F3B0532-05AC-C042-B155-EFBFABFEDB64}" presName="spaceRect" presStyleCnt="0"/>
      <dgm:spPr/>
    </dgm:pt>
    <dgm:pt modelId="{ADED3839-8C93-41F4-941B-0BCC289E32D1}" type="pres">
      <dgm:prSet presAssocID="{1F3B0532-05AC-C042-B155-EFBFABFEDB64}" presName="textRect" presStyleLbl="revTx" presStyleIdx="6" presStyleCnt="7">
        <dgm:presLayoutVars>
          <dgm:chMax val="1"/>
          <dgm:chPref val="1"/>
        </dgm:presLayoutVars>
      </dgm:prSet>
      <dgm:spPr/>
    </dgm:pt>
  </dgm:ptLst>
  <dgm:cxnLst>
    <dgm:cxn modelId="{80C82013-3BBC-8449-87C2-F183FA0E5C49}" srcId="{6032174A-FF79-D74E-8767-472635CB8548}" destId="{23C9CCC9-9422-344C-B7D0-F3F65DF86720}" srcOrd="0" destOrd="0" parTransId="{F08C548A-99D3-F84D-A081-786160C81C70}" sibTransId="{612EE5D0-F754-7E40-8672-E22929AFBB74}"/>
    <dgm:cxn modelId="{AC006C2B-36C9-DD45-A99A-DFC62D32EF7E}" type="presOf" srcId="{1F3B0532-05AC-C042-B155-EFBFABFEDB64}" destId="{ADED3839-8C93-41F4-941B-0BCC289E32D1}" srcOrd="0" destOrd="0" presId="urn:microsoft.com/office/officeart/2018/2/layout/IconLabelList"/>
    <dgm:cxn modelId="{47F1222D-E6BD-D14F-87A7-75E99E42A5B7}" type="presOf" srcId="{6032174A-FF79-D74E-8767-472635CB8548}" destId="{142ABD8B-A3F9-4276-AB6E-877F8BB4255F}" srcOrd="0" destOrd="0" presId="urn:microsoft.com/office/officeart/2018/2/layout/IconLabelList"/>
    <dgm:cxn modelId="{41ED7449-BBDB-664A-B33B-1A66BC329211}" srcId="{6032174A-FF79-D74E-8767-472635CB8548}" destId="{1F3B0532-05AC-C042-B155-EFBFABFEDB64}" srcOrd="6" destOrd="0" parTransId="{26E8CDEB-DDEE-6747-86B4-574A3FB910DE}" sibTransId="{5036CFE0-A714-5344-A244-DB186FFCE87F}"/>
    <dgm:cxn modelId="{5FCB674D-368E-0C44-B7E6-BB396267A2BF}" type="presOf" srcId="{94ED573F-7A59-414C-8FCF-7736C8508E1D}" destId="{9B87FC12-075C-4DD5-8E3F-CFFC3E385F0F}" srcOrd="0" destOrd="0" presId="urn:microsoft.com/office/officeart/2018/2/layout/IconLabelList"/>
    <dgm:cxn modelId="{3F72B84E-8E93-B841-833B-950C4B85E5C0}" type="presOf" srcId="{4C760B04-8B29-FA48-8DB9-864AA36D922C}" destId="{F2C7B285-969B-42B4-9FF7-35FC6BC9E5CC}" srcOrd="0" destOrd="0" presId="urn:microsoft.com/office/officeart/2018/2/layout/IconLabelList"/>
    <dgm:cxn modelId="{D91EC273-606A-1E4C-9D96-0BC0FCFEE6FC}" srcId="{6032174A-FF79-D74E-8767-472635CB8548}" destId="{B6F3D742-D05A-2D4A-8BDB-5A34F91BFBFE}" srcOrd="3" destOrd="0" parTransId="{F9A3DFEB-E76A-6845-8C48-AA3D9AA91512}" sibTransId="{AC1D50E8-BAFB-A74B-9032-1D3B6EA86687}"/>
    <dgm:cxn modelId="{17A0C28B-C2F0-AC4B-B0C3-35AFD20A9A9C}" srcId="{6032174A-FF79-D74E-8767-472635CB8548}" destId="{BB2A7E97-60E6-0B45-9E0A-715020B9869A}" srcOrd="4" destOrd="0" parTransId="{A3675565-7DCA-4445-8986-DF6B9A281840}" sibTransId="{7A09D7D8-FE9D-0248-874D-0F3F6FAC67E2}"/>
    <dgm:cxn modelId="{0B4891B1-1D13-184F-9AB9-C5E1E60A0457}" type="presOf" srcId="{DFD92337-619C-134A-B3A2-82610CFAB39E}" destId="{D9D5A196-6FB9-4E5E-90EE-2253B9B8EDB0}" srcOrd="0" destOrd="0" presId="urn:microsoft.com/office/officeart/2018/2/layout/IconLabelList"/>
    <dgm:cxn modelId="{B701E4BE-F061-654F-8A09-4BF4984DCECA}" srcId="{6032174A-FF79-D74E-8767-472635CB8548}" destId="{94ED573F-7A59-414C-8FCF-7736C8508E1D}" srcOrd="5" destOrd="0" parTransId="{F9E201D9-1B7B-6043-B7BC-EA0161FF8A1E}" sibTransId="{06A4180D-3C7F-0D4D-91D6-F4ECBD4C264E}"/>
    <dgm:cxn modelId="{50E539F0-D840-F141-B1DF-92077B3F9AD6}" srcId="{6032174A-FF79-D74E-8767-472635CB8548}" destId="{4C760B04-8B29-FA48-8DB9-864AA36D922C}" srcOrd="1" destOrd="0" parTransId="{E16B9F50-051B-3D46-AD02-2EC9363AB716}" sibTransId="{9BB2888F-603B-8C47-A1E4-0C36C65209F7}"/>
    <dgm:cxn modelId="{71C6E6F5-E04A-C040-916B-62573C9A6F84}" type="presOf" srcId="{BB2A7E97-60E6-0B45-9E0A-715020B9869A}" destId="{FC971A2C-23EF-455C-9591-3E304ADC2232}" srcOrd="0" destOrd="0" presId="urn:microsoft.com/office/officeart/2018/2/layout/IconLabelList"/>
    <dgm:cxn modelId="{B38969F8-7674-4E42-9D27-AE3C2309FC25}" type="presOf" srcId="{B6F3D742-D05A-2D4A-8BDB-5A34F91BFBFE}" destId="{F47761B4-7CAC-4D25-A305-121D1B7BE568}" srcOrd="0" destOrd="0" presId="urn:microsoft.com/office/officeart/2018/2/layout/IconLabelList"/>
    <dgm:cxn modelId="{290679FB-A58D-E94F-B82F-88699EBA17AA}" type="presOf" srcId="{23C9CCC9-9422-344C-B7D0-F3F65DF86720}" destId="{6F1B798A-DC45-4129-82D0-7284048F9BE0}" srcOrd="0" destOrd="0" presId="urn:microsoft.com/office/officeart/2018/2/layout/IconLabelList"/>
    <dgm:cxn modelId="{7E6B8EFB-67E4-2647-B5F4-172E9C88C290}" srcId="{6032174A-FF79-D74E-8767-472635CB8548}" destId="{DFD92337-619C-134A-B3A2-82610CFAB39E}" srcOrd="2" destOrd="0" parTransId="{158C1022-9D89-834B-B6D6-8584E4F0EDE8}" sibTransId="{0224BED0-7A4B-1A47-8CB3-1FD1B9EC2A60}"/>
    <dgm:cxn modelId="{EDC8CEA9-1545-294A-BCA7-F02A47140B81}" type="presParOf" srcId="{142ABD8B-A3F9-4276-AB6E-877F8BB4255F}" destId="{D51DA76A-EFD2-4299-89AA-9B64AAB2D986}" srcOrd="0" destOrd="0" presId="urn:microsoft.com/office/officeart/2018/2/layout/IconLabelList"/>
    <dgm:cxn modelId="{F5B0DCBF-DE44-224F-9343-99FC2489A8D0}" type="presParOf" srcId="{D51DA76A-EFD2-4299-89AA-9B64AAB2D986}" destId="{77CC4463-CB22-40EC-A72F-67B9AF024C91}" srcOrd="0" destOrd="0" presId="urn:microsoft.com/office/officeart/2018/2/layout/IconLabelList"/>
    <dgm:cxn modelId="{EE5A5EAC-9629-9542-901F-F8FB90DF0B55}" type="presParOf" srcId="{D51DA76A-EFD2-4299-89AA-9B64AAB2D986}" destId="{EF5AB8FD-E7F9-4694-B914-6993F3FDCE8F}" srcOrd="1" destOrd="0" presId="urn:microsoft.com/office/officeart/2018/2/layout/IconLabelList"/>
    <dgm:cxn modelId="{62E90F56-FD7D-8F4F-ABA3-45DF5176785F}" type="presParOf" srcId="{D51DA76A-EFD2-4299-89AA-9B64AAB2D986}" destId="{6F1B798A-DC45-4129-82D0-7284048F9BE0}" srcOrd="2" destOrd="0" presId="urn:microsoft.com/office/officeart/2018/2/layout/IconLabelList"/>
    <dgm:cxn modelId="{4D6367AB-B4CA-E845-9574-1D821BBE3767}" type="presParOf" srcId="{142ABD8B-A3F9-4276-AB6E-877F8BB4255F}" destId="{F1226A24-3CB6-479A-83E9-9745B9ABC809}" srcOrd="1" destOrd="0" presId="urn:microsoft.com/office/officeart/2018/2/layout/IconLabelList"/>
    <dgm:cxn modelId="{10405403-95FB-204E-A81F-85328601AB80}" type="presParOf" srcId="{142ABD8B-A3F9-4276-AB6E-877F8BB4255F}" destId="{247591FD-30DA-4C6C-AE12-03B57260FEC8}" srcOrd="2" destOrd="0" presId="urn:microsoft.com/office/officeart/2018/2/layout/IconLabelList"/>
    <dgm:cxn modelId="{4A8C4AF0-EB73-B444-B33D-5580094ACA36}" type="presParOf" srcId="{247591FD-30DA-4C6C-AE12-03B57260FEC8}" destId="{654017EE-48A8-4697-865C-394EB0B6DF03}" srcOrd="0" destOrd="0" presId="urn:microsoft.com/office/officeart/2018/2/layout/IconLabelList"/>
    <dgm:cxn modelId="{AFB16A12-A757-1C46-B72B-939926B10CF3}" type="presParOf" srcId="{247591FD-30DA-4C6C-AE12-03B57260FEC8}" destId="{B4990BA3-0D86-474E-8647-116768E2EA21}" srcOrd="1" destOrd="0" presId="urn:microsoft.com/office/officeart/2018/2/layout/IconLabelList"/>
    <dgm:cxn modelId="{9B523705-1D19-4C49-B903-0AAEA2335E58}" type="presParOf" srcId="{247591FD-30DA-4C6C-AE12-03B57260FEC8}" destId="{F2C7B285-969B-42B4-9FF7-35FC6BC9E5CC}" srcOrd="2" destOrd="0" presId="urn:microsoft.com/office/officeart/2018/2/layout/IconLabelList"/>
    <dgm:cxn modelId="{435B42F1-BB67-2E4D-9498-13AD9FDA87B6}" type="presParOf" srcId="{142ABD8B-A3F9-4276-AB6E-877F8BB4255F}" destId="{9382E0B1-4366-4E1B-8C63-AAAE5A7EADFE}" srcOrd="3" destOrd="0" presId="urn:microsoft.com/office/officeart/2018/2/layout/IconLabelList"/>
    <dgm:cxn modelId="{34E05AF8-66A8-E84C-BDB4-C0E9B965A978}" type="presParOf" srcId="{142ABD8B-A3F9-4276-AB6E-877F8BB4255F}" destId="{00F136BF-6EAE-4070-9497-A6F2D6E5C567}" srcOrd="4" destOrd="0" presId="urn:microsoft.com/office/officeart/2018/2/layout/IconLabelList"/>
    <dgm:cxn modelId="{6DBEE48F-D296-434D-977B-78ACA86A198E}" type="presParOf" srcId="{00F136BF-6EAE-4070-9497-A6F2D6E5C567}" destId="{EAA3864E-D787-4C4F-A34E-A50E3D24A67D}" srcOrd="0" destOrd="0" presId="urn:microsoft.com/office/officeart/2018/2/layout/IconLabelList"/>
    <dgm:cxn modelId="{4BA001EE-3558-984F-9DA7-B104910447E3}" type="presParOf" srcId="{00F136BF-6EAE-4070-9497-A6F2D6E5C567}" destId="{F6FB5A63-5706-465B-A570-7D91587E0EA8}" srcOrd="1" destOrd="0" presId="urn:microsoft.com/office/officeart/2018/2/layout/IconLabelList"/>
    <dgm:cxn modelId="{618C774A-9F65-5144-895B-E565DF84A374}" type="presParOf" srcId="{00F136BF-6EAE-4070-9497-A6F2D6E5C567}" destId="{D9D5A196-6FB9-4E5E-90EE-2253B9B8EDB0}" srcOrd="2" destOrd="0" presId="urn:microsoft.com/office/officeart/2018/2/layout/IconLabelList"/>
    <dgm:cxn modelId="{C7BF587A-D7D4-3641-8E3A-BA7BE0A87718}" type="presParOf" srcId="{142ABD8B-A3F9-4276-AB6E-877F8BB4255F}" destId="{540AF9B6-6D9F-4788-9C7D-E6B967B40D58}" srcOrd="5" destOrd="0" presId="urn:microsoft.com/office/officeart/2018/2/layout/IconLabelList"/>
    <dgm:cxn modelId="{82160C45-35DA-D040-99E1-2F8AC7E26DD8}" type="presParOf" srcId="{142ABD8B-A3F9-4276-AB6E-877F8BB4255F}" destId="{6C32494F-1D7F-4340-9657-5D4A74C0C621}" srcOrd="6" destOrd="0" presId="urn:microsoft.com/office/officeart/2018/2/layout/IconLabelList"/>
    <dgm:cxn modelId="{1C65CAEA-86A4-8744-B55C-D10AB7950B8B}" type="presParOf" srcId="{6C32494F-1D7F-4340-9657-5D4A74C0C621}" destId="{CD433CFB-CF26-4F94-B5BB-3F8BB443FF07}" srcOrd="0" destOrd="0" presId="urn:microsoft.com/office/officeart/2018/2/layout/IconLabelList"/>
    <dgm:cxn modelId="{C8B010D2-3484-C948-9F69-2FF72688D001}" type="presParOf" srcId="{6C32494F-1D7F-4340-9657-5D4A74C0C621}" destId="{E0FE852E-F993-4D62-9A71-0232EFE9A35C}" srcOrd="1" destOrd="0" presId="urn:microsoft.com/office/officeart/2018/2/layout/IconLabelList"/>
    <dgm:cxn modelId="{508B0A11-EF48-BC40-9394-EE5AC72F75F2}" type="presParOf" srcId="{6C32494F-1D7F-4340-9657-5D4A74C0C621}" destId="{F47761B4-7CAC-4D25-A305-121D1B7BE568}" srcOrd="2" destOrd="0" presId="urn:microsoft.com/office/officeart/2018/2/layout/IconLabelList"/>
    <dgm:cxn modelId="{B21BBAAB-1DAF-A245-9E0B-ED9C96C52758}" type="presParOf" srcId="{142ABD8B-A3F9-4276-AB6E-877F8BB4255F}" destId="{64527EED-3480-45EF-B999-DC4C1BE7208B}" srcOrd="7" destOrd="0" presId="urn:microsoft.com/office/officeart/2018/2/layout/IconLabelList"/>
    <dgm:cxn modelId="{9D7F0056-314C-1E4E-A7FE-53386BC0068C}" type="presParOf" srcId="{142ABD8B-A3F9-4276-AB6E-877F8BB4255F}" destId="{7FE27FBD-72A3-4E9A-BBA8-35CE4935CC74}" srcOrd="8" destOrd="0" presId="urn:microsoft.com/office/officeart/2018/2/layout/IconLabelList"/>
    <dgm:cxn modelId="{1C165F22-D838-6748-98BF-19D307CE86DF}" type="presParOf" srcId="{7FE27FBD-72A3-4E9A-BBA8-35CE4935CC74}" destId="{4A2908AC-714B-4445-8D28-5BCB07E1CA98}" srcOrd="0" destOrd="0" presId="urn:microsoft.com/office/officeart/2018/2/layout/IconLabelList"/>
    <dgm:cxn modelId="{61414876-112C-FC4A-A6D6-E355A0530546}" type="presParOf" srcId="{7FE27FBD-72A3-4E9A-BBA8-35CE4935CC74}" destId="{49883562-FDA2-453A-8E00-AA1690BF995D}" srcOrd="1" destOrd="0" presId="urn:microsoft.com/office/officeart/2018/2/layout/IconLabelList"/>
    <dgm:cxn modelId="{978A26DE-DE90-F442-8BB5-D24DA10A4AAE}" type="presParOf" srcId="{7FE27FBD-72A3-4E9A-BBA8-35CE4935CC74}" destId="{FC971A2C-23EF-455C-9591-3E304ADC2232}" srcOrd="2" destOrd="0" presId="urn:microsoft.com/office/officeart/2018/2/layout/IconLabelList"/>
    <dgm:cxn modelId="{20FC42AC-CB17-F144-8C62-F0EF37782232}" type="presParOf" srcId="{142ABD8B-A3F9-4276-AB6E-877F8BB4255F}" destId="{AC6115D4-DD33-413B-952F-E96F83E49182}" srcOrd="9" destOrd="0" presId="urn:microsoft.com/office/officeart/2018/2/layout/IconLabelList"/>
    <dgm:cxn modelId="{4CD187AB-14F0-A74D-A9C6-228D74B191E0}" type="presParOf" srcId="{142ABD8B-A3F9-4276-AB6E-877F8BB4255F}" destId="{C3D8546E-3976-4CA4-B76A-7D41EA0EDAA6}" srcOrd="10" destOrd="0" presId="urn:microsoft.com/office/officeart/2018/2/layout/IconLabelList"/>
    <dgm:cxn modelId="{EF77EABB-CD11-844E-94E8-3CA5C3641EEA}" type="presParOf" srcId="{C3D8546E-3976-4CA4-B76A-7D41EA0EDAA6}" destId="{13C38789-1985-4DA2-9A1E-2A5E5EA60DFC}" srcOrd="0" destOrd="0" presId="urn:microsoft.com/office/officeart/2018/2/layout/IconLabelList"/>
    <dgm:cxn modelId="{F6A95E8C-3695-CF4C-AA3F-5417A62B7E54}" type="presParOf" srcId="{C3D8546E-3976-4CA4-B76A-7D41EA0EDAA6}" destId="{1A7D4C90-F747-4552-A207-F8F335622147}" srcOrd="1" destOrd="0" presId="urn:microsoft.com/office/officeart/2018/2/layout/IconLabelList"/>
    <dgm:cxn modelId="{DCB5368A-AAE1-7847-AA19-3F94564429D4}" type="presParOf" srcId="{C3D8546E-3976-4CA4-B76A-7D41EA0EDAA6}" destId="{9B87FC12-075C-4DD5-8E3F-CFFC3E385F0F}" srcOrd="2" destOrd="0" presId="urn:microsoft.com/office/officeart/2018/2/layout/IconLabelList"/>
    <dgm:cxn modelId="{A4236C7E-A123-7344-97A8-952D4F5C3E8D}" type="presParOf" srcId="{142ABD8B-A3F9-4276-AB6E-877F8BB4255F}" destId="{CB6C1235-E608-4023-961E-6D34AB6E32F1}" srcOrd="11" destOrd="0" presId="urn:microsoft.com/office/officeart/2018/2/layout/IconLabelList"/>
    <dgm:cxn modelId="{E1F4F972-AEE0-9A4E-A0EB-D7FC28348F90}" type="presParOf" srcId="{142ABD8B-A3F9-4276-AB6E-877F8BB4255F}" destId="{F2F35F61-002B-42E1-B93C-EB3F928E4AE4}" srcOrd="12" destOrd="0" presId="urn:microsoft.com/office/officeart/2018/2/layout/IconLabelList"/>
    <dgm:cxn modelId="{DBD2CF6F-A33F-2447-9569-7BF33D3B7DA4}" type="presParOf" srcId="{F2F35F61-002B-42E1-B93C-EB3F928E4AE4}" destId="{78727410-CA09-4207-8280-6B3EDC142E40}" srcOrd="0" destOrd="0" presId="urn:microsoft.com/office/officeart/2018/2/layout/IconLabelList"/>
    <dgm:cxn modelId="{0A751E39-CF0D-9B4A-9E75-DBC9A3BB9BF0}" type="presParOf" srcId="{F2F35F61-002B-42E1-B93C-EB3F928E4AE4}" destId="{A45C3CF5-0082-4E48-99AD-0C049BD2C6AD}" srcOrd="1" destOrd="0" presId="urn:microsoft.com/office/officeart/2018/2/layout/IconLabelList"/>
    <dgm:cxn modelId="{EB1FDE7B-3974-EC43-88B7-8273A1252667}" type="presParOf" srcId="{F2F35F61-002B-42E1-B93C-EB3F928E4AE4}" destId="{ADED3839-8C93-41F4-941B-0BCC289E32D1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6661EEF-570D-B148-AB1C-7B970E2A247F}">
      <dsp:nvSpPr>
        <dsp:cNvPr id="0" name=""/>
        <dsp:cNvSpPr/>
      </dsp:nvSpPr>
      <dsp:spPr>
        <a:xfrm>
          <a:off x="2333145" y="1193358"/>
          <a:ext cx="50593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05936" y="45720"/>
              </a:lnTo>
            </a:path>
          </a:pathLst>
        </a:custGeom>
        <a:noFill/>
        <a:ln w="63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572700" y="1236395"/>
        <a:ext cx="26826" cy="5365"/>
      </dsp:txXfrm>
    </dsp:sp>
    <dsp:sp modelId="{F88EFE2F-DDD7-7B4B-A255-4D6C427AE0C0}">
      <dsp:nvSpPr>
        <dsp:cNvPr id="0" name=""/>
        <dsp:cNvSpPr/>
      </dsp:nvSpPr>
      <dsp:spPr>
        <a:xfrm>
          <a:off x="2177" y="539247"/>
          <a:ext cx="2332767" cy="1399660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8" tIns="119986" rIns="114308" bIns="119986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Collect Market Requirement</a:t>
          </a:r>
        </a:p>
      </dsp:txBody>
      <dsp:txXfrm>
        <a:off x="2177" y="539247"/>
        <a:ext cx="2332767" cy="1399660"/>
      </dsp:txXfrm>
    </dsp:sp>
    <dsp:sp modelId="{411FF784-1287-AA4D-82BC-C8EF20C3D646}">
      <dsp:nvSpPr>
        <dsp:cNvPr id="0" name=""/>
        <dsp:cNvSpPr/>
      </dsp:nvSpPr>
      <dsp:spPr>
        <a:xfrm>
          <a:off x="5202450" y="1193358"/>
          <a:ext cx="50593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05936" y="45720"/>
              </a:lnTo>
            </a:path>
          </a:pathLst>
        </a:custGeom>
        <a:noFill/>
        <a:ln w="63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442005" y="1236395"/>
        <a:ext cx="26826" cy="5365"/>
      </dsp:txXfrm>
    </dsp:sp>
    <dsp:sp modelId="{1BD61E00-2284-B544-B345-CD7848384FC2}">
      <dsp:nvSpPr>
        <dsp:cNvPr id="0" name=""/>
        <dsp:cNvSpPr/>
      </dsp:nvSpPr>
      <dsp:spPr>
        <a:xfrm>
          <a:off x="2871482" y="539247"/>
          <a:ext cx="2332767" cy="1399660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8" tIns="119986" rIns="114308" bIns="119986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Design Product</a:t>
          </a:r>
        </a:p>
      </dsp:txBody>
      <dsp:txXfrm>
        <a:off x="2871482" y="539247"/>
        <a:ext cx="2332767" cy="1399660"/>
      </dsp:txXfrm>
    </dsp:sp>
    <dsp:sp modelId="{1BEFD501-E4EB-9E40-8F93-E0651142DDE2}">
      <dsp:nvSpPr>
        <dsp:cNvPr id="0" name=""/>
        <dsp:cNvSpPr/>
      </dsp:nvSpPr>
      <dsp:spPr>
        <a:xfrm>
          <a:off x="8071754" y="1193358"/>
          <a:ext cx="50593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05936" y="45720"/>
              </a:lnTo>
            </a:path>
          </a:pathLst>
        </a:custGeom>
        <a:noFill/>
        <a:ln w="63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8311309" y="1236395"/>
        <a:ext cx="26826" cy="5365"/>
      </dsp:txXfrm>
    </dsp:sp>
    <dsp:sp modelId="{2E40E1FD-4037-504F-BEA0-32F5DA4A0C6A}">
      <dsp:nvSpPr>
        <dsp:cNvPr id="0" name=""/>
        <dsp:cNvSpPr/>
      </dsp:nvSpPr>
      <dsp:spPr>
        <a:xfrm>
          <a:off x="5740786" y="539247"/>
          <a:ext cx="2332767" cy="1399660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8" tIns="119986" rIns="114308" bIns="119986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Material/Component Searching</a:t>
          </a:r>
        </a:p>
      </dsp:txBody>
      <dsp:txXfrm>
        <a:off x="5740786" y="539247"/>
        <a:ext cx="2332767" cy="1399660"/>
      </dsp:txXfrm>
    </dsp:sp>
    <dsp:sp modelId="{8B8539CE-84EE-934E-97DB-2D7957FACC5E}">
      <dsp:nvSpPr>
        <dsp:cNvPr id="0" name=""/>
        <dsp:cNvSpPr/>
      </dsp:nvSpPr>
      <dsp:spPr>
        <a:xfrm>
          <a:off x="1168561" y="1937108"/>
          <a:ext cx="8607913" cy="505936"/>
        </a:xfrm>
        <a:custGeom>
          <a:avLst/>
          <a:gdLst/>
          <a:ahLst/>
          <a:cxnLst/>
          <a:rect l="0" t="0" r="0" b="0"/>
          <a:pathLst>
            <a:path>
              <a:moveTo>
                <a:pt x="8607913" y="0"/>
              </a:moveTo>
              <a:lnTo>
                <a:pt x="8607913" y="270068"/>
              </a:lnTo>
              <a:lnTo>
                <a:pt x="0" y="270068"/>
              </a:lnTo>
              <a:lnTo>
                <a:pt x="0" y="505936"/>
              </a:lnTo>
            </a:path>
          </a:pathLst>
        </a:custGeom>
        <a:noFill/>
        <a:ln w="63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256903" y="2187394"/>
        <a:ext cx="431230" cy="5365"/>
      </dsp:txXfrm>
    </dsp:sp>
    <dsp:sp modelId="{55B937B4-45DA-D740-9858-9FE1B7A3202A}">
      <dsp:nvSpPr>
        <dsp:cNvPr id="0" name=""/>
        <dsp:cNvSpPr/>
      </dsp:nvSpPr>
      <dsp:spPr>
        <a:xfrm>
          <a:off x="8610091" y="539247"/>
          <a:ext cx="2332767" cy="1399660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8" tIns="119986" rIns="114308" bIns="119986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Sample Run</a:t>
          </a:r>
        </a:p>
      </dsp:txBody>
      <dsp:txXfrm>
        <a:off x="8610091" y="539247"/>
        <a:ext cx="2332767" cy="1399660"/>
      </dsp:txXfrm>
    </dsp:sp>
    <dsp:sp modelId="{FE7EDB8C-E595-4C40-AA1A-624CA6C0F24E}">
      <dsp:nvSpPr>
        <dsp:cNvPr id="0" name=""/>
        <dsp:cNvSpPr/>
      </dsp:nvSpPr>
      <dsp:spPr>
        <a:xfrm>
          <a:off x="2333145" y="3129555"/>
          <a:ext cx="50593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05936" y="45720"/>
              </a:lnTo>
            </a:path>
          </a:pathLst>
        </a:custGeom>
        <a:noFill/>
        <a:ln w="63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572700" y="3172592"/>
        <a:ext cx="26826" cy="5365"/>
      </dsp:txXfrm>
    </dsp:sp>
    <dsp:sp modelId="{86F45661-D060-C84E-85E7-11DC53F5F4D6}">
      <dsp:nvSpPr>
        <dsp:cNvPr id="0" name=""/>
        <dsp:cNvSpPr/>
      </dsp:nvSpPr>
      <dsp:spPr>
        <a:xfrm>
          <a:off x="2177" y="2475445"/>
          <a:ext cx="2332767" cy="1399660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8" tIns="119986" rIns="114308" bIns="119986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Engineering Validation Test</a:t>
          </a:r>
        </a:p>
      </dsp:txBody>
      <dsp:txXfrm>
        <a:off x="2177" y="2475445"/>
        <a:ext cx="2332767" cy="1399660"/>
      </dsp:txXfrm>
    </dsp:sp>
    <dsp:sp modelId="{0ECDF1B7-F530-CA4D-BA49-FA2345C64BB1}">
      <dsp:nvSpPr>
        <dsp:cNvPr id="0" name=""/>
        <dsp:cNvSpPr/>
      </dsp:nvSpPr>
      <dsp:spPr>
        <a:xfrm>
          <a:off x="5202450" y="3129555"/>
          <a:ext cx="50593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05936" y="45720"/>
              </a:lnTo>
            </a:path>
          </a:pathLst>
        </a:custGeom>
        <a:noFill/>
        <a:ln w="63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442005" y="3172592"/>
        <a:ext cx="26826" cy="5365"/>
      </dsp:txXfrm>
    </dsp:sp>
    <dsp:sp modelId="{80BB3386-06C6-3440-A362-2FF2BC238533}">
      <dsp:nvSpPr>
        <dsp:cNvPr id="0" name=""/>
        <dsp:cNvSpPr/>
      </dsp:nvSpPr>
      <dsp:spPr>
        <a:xfrm>
          <a:off x="2871482" y="2475445"/>
          <a:ext cx="2332767" cy="1399660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8" tIns="119986" rIns="114308" bIns="119986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Design Validation Test</a:t>
          </a:r>
        </a:p>
      </dsp:txBody>
      <dsp:txXfrm>
        <a:off x="2871482" y="2475445"/>
        <a:ext cx="2332767" cy="1399660"/>
      </dsp:txXfrm>
    </dsp:sp>
    <dsp:sp modelId="{690F2D95-B545-4944-A916-2D79B72E676C}">
      <dsp:nvSpPr>
        <dsp:cNvPr id="0" name=""/>
        <dsp:cNvSpPr/>
      </dsp:nvSpPr>
      <dsp:spPr>
        <a:xfrm>
          <a:off x="8071754" y="3129555"/>
          <a:ext cx="50593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05936" y="45720"/>
              </a:lnTo>
            </a:path>
          </a:pathLst>
        </a:custGeom>
        <a:noFill/>
        <a:ln w="63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8311309" y="3172592"/>
        <a:ext cx="26826" cy="5365"/>
      </dsp:txXfrm>
    </dsp:sp>
    <dsp:sp modelId="{3D4BCCE9-96F0-D345-BAFE-FDF97814E66A}">
      <dsp:nvSpPr>
        <dsp:cNvPr id="0" name=""/>
        <dsp:cNvSpPr/>
      </dsp:nvSpPr>
      <dsp:spPr>
        <a:xfrm>
          <a:off x="5740786" y="2475445"/>
          <a:ext cx="2332767" cy="1399660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8" tIns="119986" rIns="114308" bIns="119986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Process Validation Test</a:t>
          </a:r>
        </a:p>
      </dsp:txBody>
      <dsp:txXfrm>
        <a:off x="5740786" y="2475445"/>
        <a:ext cx="2332767" cy="1399660"/>
      </dsp:txXfrm>
    </dsp:sp>
    <dsp:sp modelId="{637F1F7E-61FC-0344-BEC9-54D5FB34DB95}">
      <dsp:nvSpPr>
        <dsp:cNvPr id="0" name=""/>
        <dsp:cNvSpPr/>
      </dsp:nvSpPr>
      <dsp:spPr>
        <a:xfrm>
          <a:off x="8610091" y="2475445"/>
          <a:ext cx="2332767" cy="1399660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8" tIns="119986" rIns="114308" bIns="119986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Mass Production Test</a:t>
          </a:r>
        </a:p>
      </dsp:txBody>
      <dsp:txXfrm>
        <a:off x="8610091" y="2475445"/>
        <a:ext cx="2332767" cy="139966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7CC4463-CB22-40EC-A72F-67B9AF024C91}">
      <dsp:nvSpPr>
        <dsp:cNvPr id="0" name=""/>
        <dsp:cNvSpPr/>
      </dsp:nvSpPr>
      <dsp:spPr>
        <a:xfrm>
          <a:off x="520741" y="675408"/>
          <a:ext cx="759375" cy="75937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F1B798A-DC45-4129-82D0-7284048F9BE0}">
      <dsp:nvSpPr>
        <dsp:cNvPr id="0" name=""/>
        <dsp:cNvSpPr/>
      </dsp:nvSpPr>
      <dsp:spPr>
        <a:xfrm>
          <a:off x="56679" y="1751245"/>
          <a:ext cx="1687500" cy="675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(IQC) Incoming Material/Parts Quality Control</a:t>
          </a:r>
        </a:p>
      </dsp:txBody>
      <dsp:txXfrm>
        <a:off x="56679" y="1751245"/>
        <a:ext cx="1687500" cy="675000"/>
      </dsp:txXfrm>
    </dsp:sp>
    <dsp:sp modelId="{654017EE-48A8-4697-865C-394EB0B6DF03}">
      <dsp:nvSpPr>
        <dsp:cNvPr id="0" name=""/>
        <dsp:cNvSpPr/>
      </dsp:nvSpPr>
      <dsp:spPr>
        <a:xfrm>
          <a:off x="2503554" y="675408"/>
          <a:ext cx="759375" cy="75937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2C7B285-969B-42B4-9FF7-35FC6BC9E5CC}">
      <dsp:nvSpPr>
        <dsp:cNvPr id="0" name=""/>
        <dsp:cNvSpPr/>
      </dsp:nvSpPr>
      <dsp:spPr>
        <a:xfrm>
          <a:off x="2039491" y="1751245"/>
          <a:ext cx="1687500" cy="675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Assembly Process</a:t>
          </a:r>
        </a:p>
      </dsp:txBody>
      <dsp:txXfrm>
        <a:off x="2039491" y="1751245"/>
        <a:ext cx="1687500" cy="675000"/>
      </dsp:txXfrm>
    </dsp:sp>
    <dsp:sp modelId="{EAA3864E-D787-4C4F-A34E-A50E3D24A67D}">
      <dsp:nvSpPr>
        <dsp:cNvPr id="0" name=""/>
        <dsp:cNvSpPr/>
      </dsp:nvSpPr>
      <dsp:spPr>
        <a:xfrm>
          <a:off x="4486366" y="675408"/>
          <a:ext cx="759375" cy="75937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9D5A196-6FB9-4E5E-90EE-2253B9B8EDB0}">
      <dsp:nvSpPr>
        <dsp:cNvPr id="0" name=""/>
        <dsp:cNvSpPr/>
      </dsp:nvSpPr>
      <dsp:spPr>
        <a:xfrm>
          <a:off x="4022304" y="1751245"/>
          <a:ext cx="1687500" cy="675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Testing Process</a:t>
          </a:r>
        </a:p>
      </dsp:txBody>
      <dsp:txXfrm>
        <a:off x="4022304" y="1751245"/>
        <a:ext cx="1687500" cy="675000"/>
      </dsp:txXfrm>
    </dsp:sp>
    <dsp:sp modelId="{CD433CFB-CF26-4F94-B5BB-3F8BB443FF07}">
      <dsp:nvSpPr>
        <dsp:cNvPr id="0" name=""/>
        <dsp:cNvSpPr/>
      </dsp:nvSpPr>
      <dsp:spPr>
        <a:xfrm>
          <a:off x="6469179" y="675408"/>
          <a:ext cx="759375" cy="759375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47761B4-7CAC-4D25-A305-121D1B7BE568}">
      <dsp:nvSpPr>
        <dsp:cNvPr id="0" name=""/>
        <dsp:cNvSpPr/>
      </dsp:nvSpPr>
      <dsp:spPr>
        <a:xfrm>
          <a:off x="6005116" y="1751245"/>
          <a:ext cx="1687500" cy="675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Packing Process</a:t>
          </a:r>
        </a:p>
      </dsp:txBody>
      <dsp:txXfrm>
        <a:off x="6005116" y="1751245"/>
        <a:ext cx="1687500" cy="675000"/>
      </dsp:txXfrm>
    </dsp:sp>
    <dsp:sp modelId="{4A2908AC-714B-4445-8D28-5BCB07E1CA98}">
      <dsp:nvSpPr>
        <dsp:cNvPr id="0" name=""/>
        <dsp:cNvSpPr/>
      </dsp:nvSpPr>
      <dsp:spPr>
        <a:xfrm>
          <a:off x="8451991" y="675408"/>
          <a:ext cx="759375" cy="759375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C971A2C-23EF-455C-9591-3E304ADC2232}">
      <dsp:nvSpPr>
        <dsp:cNvPr id="0" name=""/>
        <dsp:cNvSpPr/>
      </dsp:nvSpPr>
      <dsp:spPr>
        <a:xfrm>
          <a:off x="7987929" y="1751245"/>
          <a:ext cx="1687500" cy="675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OQC Process (Sampling)</a:t>
          </a:r>
        </a:p>
      </dsp:txBody>
      <dsp:txXfrm>
        <a:off x="7987929" y="1751245"/>
        <a:ext cx="1687500" cy="675000"/>
      </dsp:txXfrm>
    </dsp:sp>
    <dsp:sp modelId="{13C38789-1985-4DA2-9A1E-2A5E5EA60DFC}">
      <dsp:nvSpPr>
        <dsp:cNvPr id="0" name=""/>
        <dsp:cNvSpPr/>
      </dsp:nvSpPr>
      <dsp:spPr>
        <a:xfrm>
          <a:off x="10434804" y="675408"/>
          <a:ext cx="759375" cy="759375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B87FC12-075C-4DD5-8E3F-CFFC3E385F0F}">
      <dsp:nvSpPr>
        <dsp:cNvPr id="0" name=""/>
        <dsp:cNvSpPr/>
      </dsp:nvSpPr>
      <dsp:spPr>
        <a:xfrm>
          <a:off x="9970741" y="1751245"/>
          <a:ext cx="1687500" cy="675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Shipping Process</a:t>
          </a:r>
        </a:p>
      </dsp:txBody>
      <dsp:txXfrm>
        <a:off x="9970741" y="1751245"/>
        <a:ext cx="1687500" cy="675000"/>
      </dsp:txXfrm>
    </dsp:sp>
    <dsp:sp modelId="{78727410-CA09-4207-8280-6B3EDC142E40}">
      <dsp:nvSpPr>
        <dsp:cNvPr id="0" name=""/>
        <dsp:cNvSpPr/>
      </dsp:nvSpPr>
      <dsp:spPr>
        <a:xfrm>
          <a:off x="5477773" y="2848120"/>
          <a:ext cx="759375" cy="759375"/>
        </a:xfrm>
        <a:prstGeom prst="rect">
          <a:avLst/>
        </a:prstGeom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DED3839-8C93-41F4-941B-0BCC289E32D1}">
      <dsp:nvSpPr>
        <dsp:cNvPr id="0" name=""/>
        <dsp:cNvSpPr/>
      </dsp:nvSpPr>
      <dsp:spPr>
        <a:xfrm>
          <a:off x="5013710" y="3923956"/>
          <a:ext cx="1687500" cy="675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After Sales</a:t>
          </a:r>
        </a:p>
      </dsp:txBody>
      <dsp:txXfrm>
        <a:off x="5013710" y="3923956"/>
        <a:ext cx="1687500" cy="675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3" y="1122363"/>
            <a:ext cx="7588155" cy="2621154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3843708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8FA71-3A18-48C0-980F-4B68F7F63042}" type="datetime1">
              <a:rPr lang="en-US" smtClean="0"/>
              <a:t>5/9/25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81235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1210E-201E-4473-82AC-2466F5386C38}" type="datetime1">
              <a:rPr lang="en-US" smtClean="0"/>
              <a:t>5/9/25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45844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381" y="553616"/>
            <a:ext cx="8273140" cy="4008859"/>
          </a:xfrm>
        </p:spPr>
        <p:txBody>
          <a:bodyPr anchor="t">
            <a:norm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3380" y="4589463"/>
            <a:ext cx="8273140" cy="1384617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EA198-6CAB-4B8F-B93F-1F9C8C4B6CE7}" type="datetime1">
              <a:rPr lang="en-US" smtClean="0"/>
              <a:t>5/9/25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06399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741152" cy="11322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E861E-DFBA-B4AA-9356-CDE3D3F57C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2648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1D7538-EC5A-3EE7-176F-A58920C507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6041F-4525-44D5-AA4F-332294BF1F56}" type="datetime1">
              <a:rPr lang="en-US" smtClean="0"/>
              <a:t>5/9/25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49394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7396"/>
            <a:ext cx="10745788" cy="11432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DA52B0-7419-A946-4523-6D34BCAD26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2386894"/>
            <a:ext cx="5157787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57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BAE980-E611-98B5-04E9-DE4584B0E3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2386894"/>
            <a:ext cx="5183189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57091-BBDF-4EB9-BA6B-2BB67AC4FC0F}" type="datetime1">
              <a:rPr lang="en-US" smtClean="0"/>
              <a:t>5/9/25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71561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B226B-77A6-410C-9796-083F278E0125}" type="datetime1">
              <a:rPr lang="en-US" smtClean="0"/>
              <a:t>5/9/25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57602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A578B-D289-4C40-8593-3D356C49DA58}" type="datetime1">
              <a:rPr lang="en-US" smtClean="0"/>
              <a:t>5/9/25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45222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160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6"/>
            <a:ext cx="6279741" cy="54864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7160" y="2311121"/>
            <a:ext cx="3595634" cy="3728895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DFAE3-14DB-48A7-A80F-80DDB072CE3D}" type="datetime1">
              <a:rPr lang="en-US" smtClean="0"/>
              <a:t>5/9/25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9669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063319" y="657103"/>
            <a:ext cx="6483687" cy="555590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1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5EAEF-6478-4102-8F5D-A5FE9FC97ACB}" type="datetime1">
              <a:rPr lang="en-US" smtClean="0"/>
              <a:t>5/9/25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1016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E956D-CB73-C986-F100-46487310D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515600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423E6A-A07C-BF0D-EA30-9A8A854E48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12648" y="1680898"/>
            <a:ext cx="10515600" cy="44960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C9908-8F95-8DFC-72CC-158552B56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4EDB3-C0E8-45F8-9E1D-1B6C8D1880C0}" type="datetime1">
              <a:rPr lang="en-US" smtClean="0"/>
              <a:t>5/9/25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26C9BE-9060-50CB-2BB7-07307FF89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4A835B-97D3-BC22-F0B8-4986D4636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01467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5B0252-346C-F6F4-3642-19F571550D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634888" y="578497"/>
            <a:ext cx="2047037" cy="559846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98DA36-7351-9D6A-518B-678AB8A507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578497"/>
            <a:ext cx="8796688" cy="55984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6BDFF-D746-836C-04B8-CA89AD5D1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0EC4B-54ED-4041-B552-9BA760FA3DBA}" type="datetime1">
              <a:rPr lang="en-US" smtClean="0"/>
              <a:t>5/9/25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AA929-A9E6-FF9C-0C59-177F892D6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16D893-7E81-90DC-4139-7687B39C3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51363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67F45AC6-C491-4585-A584-9CE2AF7D5500}" type="datetime1">
              <a:rPr lang="en-US" smtClean="0"/>
              <a:t>5/9/25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49994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72" r:id="rId6"/>
    <p:sldLayoutId id="2147483667" r:id="rId7"/>
    <p:sldLayoutId id="2147483668" r:id="rId8"/>
    <p:sldLayoutId id="2147483669" r:id="rId9"/>
    <p:sldLayoutId id="2147483671" r:id="rId10"/>
    <p:sldLayoutId id="2147483670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BDC9120B-6641-4081-7EC9-A386F78D76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3949725"/>
            <a:ext cx="7588155" cy="1414091"/>
          </a:xfrm>
        </p:spPr>
        <p:txBody>
          <a:bodyPr>
            <a:normAutofit/>
          </a:bodyPr>
          <a:lstStyle/>
          <a:p>
            <a:r>
              <a:rPr lang="en-TW" sz="2400" dirty="0"/>
              <a:t>無所不能 - </a:t>
            </a:r>
            <a:r>
              <a:rPr lang="en-US" sz="2400" dirty="0"/>
              <a:t>Omnipotent</a:t>
            </a:r>
            <a:endParaRPr lang="en-TW" sz="2400" dirty="0"/>
          </a:p>
          <a:p>
            <a:r>
              <a:rPr lang="en-TW" sz="2400" dirty="0"/>
              <a:t>May-9, 2025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B882A96D-E589-5E68-B770-2A71BF8B47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2" y="0"/>
            <a:ext cx="7588155" cy="2621154"/>
          </a:xfrm>
        </p:spPr>
        <p:txBody>
          <a:bodyPr/>
          <a:lstStyle/>
          <a:p>
            <a:r>
              <a:rPr lang="en-TW" dirty="0"/>
              <a:t>Amazing Talker 金牌🏅講師</a:t>
            </a:r>
          </a:p>
        </p:txBody>
      </p:sp>
    </p:spTree>
    <p:extLst>
      <p:ext uri="{BB962C8B-B14F-4D97-AF65-F5344CB8AC3E}">
        <p14:creationId xmlns:p14="http://schemas.microsoft.com/office/powerpoint/2010/main" val="11824786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353CF00F-82D0-0DBA-75D5-1D01B4526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03F3C2B-D200-72A1-1A19-84CB1643F7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945037" cy="1133856"/>
          </a:xfrm>
        </p:spPr>
        <p:txBody>
          <a:bodyPr anchor="t">
            <a:normAutofit/>
          </a:bodyPr>
          <a:lstStyle/>
          <a:p>
            <a:r>
              <a:rPr lang="en-TW" dirty="0"/>
              <a:t>General Product Business Process</a:t>
            </a:r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3D4B8A0D-5B52-9F6F-D182-624E0AD8646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55172073"/>
              </p:ext>
            </p:extLst>
          </p:nvPr>
        </p:nvGraphicFramePr>
        <p:xfrm>
          <a:off x="612648" y="1881051"/>
          <a:ext cx="10945037" cy="441435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591681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87A7EE8-E30C-DF9D-5B67-9A89A1BFF6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353CF00F-82D0-0DBA-75D5-1D01B4526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9247D9D-741C-1095-E9E1-64BD2AA12C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945037" cy="1133856"/>
          </a:xfrm>
        </p:spPr>
        <p:txBody>
          <a:bodyPr anchor="t">
            <a:normAutofit/>
          </a:bodyPr>
          <a:lstStyle/>
          <a:p>
            <a:r>
              <a:rPr lang="en-TW"/>
              <a:t>General Product Factory Process</a:t>
            </a:r>
            <a:endParaRPr lang="en-TW" dirty="0"/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160D603A-2B2D-80F8-2589-14B7D187E41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57006828"/>
              </p:ext>
            </p:extLst>
          </p:nvPr>
        </p:nvGraphicFramePr>
        <p:xfrm>
          <a:off x="225287" y="1298712"/>
          <a:ext cx="11714921" cy="527436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905376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DB11C1B-0689-8C46-2320-CD04B41455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095B79CA-1CB8-A133-67D7-E2B7AC1F94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37ABE2-7EBF-B8E2-8805-C57D0386E4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9075" y="456061"/>
            <a:ext cx="2588925" cy="4638825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ctr"/>
            <a:r>
              <a:rPr lang="en-US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IQC – Incoming Quality Control Criteria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D933003-B540-2F8B-FA4A-5692A4155A0A}"/>
              </a:ext>
            </a:extLst>
          </p:cNvPr>
          <p:cNvSpPr txBox="1"/>
          <p:nvPr/>
        </p:nvSpPr>
        <p:spPr>
          <a:xfrm>
            <a:off x="3507075" y="456061"/>
            <a:ext cx="7706403" cy="590585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indent="-2286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dirty="0"/>
              <a:t>Purpose:</a:t>
            </a:r>
            <a:r>
              <a:rPr lang="en-US" dirty="0"/>
              <a:t> Ensure raw materials and parts meet required specifications before entering production.</a:t>
            </a:r>
          </a:p>
          <a:p>
            <a:pPr indent="-2286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dirty="0"/>
              <a:t>Common IQC Items in Bag Manufacturing:</a:t>
            </a:r>
            <a:endParaRPr lang="en-US" dirty="0"/>
          </a:p>
          <a:p>
            <a:pPr lvl="1" indent="-2286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dirty="0"/>
              <a:t>Fabrics &amp; Materials:</a:t>
            </a:r>
            <a:r>
              <a:rPr lang="en-US" dirty="0"/>
              <a:t> Check GSM (gram per square meter), </a:t>
            </a:r>
            <a:r>
              <a:rPr lang="en-US" dirty="0" err="1"/>
              <a:t>colour</a:t>
            </a:r>
            <a:r>
              <a:rPr lang="en-US" dirty="0"/>
              <a:t> matching, durability, water resistance.</a:t>
            </a:r>
          </a:p>
          <a:p>
            <a:pPr lvl="1" indent="-2286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dirty="0"/>
              <a:t>Zippers &amp; Buckles:</a:t>
            </a:r>
            <a:r>
              <a:rPr lang="en-US" dirty="0"/>
              <a:t> Verify brand, smoothness, tensile strength.</a:t>
            </a:r>
          </a:p>
          <a:p>
            <a:pPr lvl="1" indent="-2286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dirty="0"/>
              <a:t>Threads:</a:t>
            </a:r>
            <a:r>
              <a:rPr lang="en-US" dirty="0"/>
              <a:t> Ensure strength, material (e.g., polyester, nylon), and </a:t>
            </a:r>
            <a:r>
              <a:rPr lang="en-US" dirty="0" err="1"/>
              <a:t>colour</a:t>
            </a:r>
            <a:r>
              <a:rPr lang="en-US" dirty="0"/>
              <a:t> matching.</a:t>
            </a:r>
          </a:p>
          <a:p>
            <a:pPr lvl="1" indent="-2286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dirty="0"/>
              <a:t>Liners &amp; Foams:</a:t>
            </a:r>
            <a:r>
              <a:rPr lang="en-US" dirty="0"/>
              <a:t> Check thickness, elasticity, and adhesion quality.</a:t>
            </a:r>
          </a:p>
          <a:p>
            <a:pPr lvl="1" indent="-2286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dirty="0"/>
              <a:t>Labels/Tags:</a:t>
            </a:r>
            <a:r>
              <a:rPr lang="en-US" dirty="0"/>
              <a:t> Correct logo, placement accuracy, and spelling.</a:t>
            </a:r>
          </a:p>
          <a:p>
            <a:pPr indent="-2286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dirty="0"/>
              <a:t>Inspection Tools/Fixtures:</a:t>
            </a:r>
            <a:endParaRPr lang="en-US" dirty="0"/>
          </a:p>
          <a:p>
            <a:pPr lvl="1" indent="-2286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Fabric thickness gauge</a:t>
            </a:r>
          </a:p>
          <a:p>
            <a:pPr lvl="1" indent="-2286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 err="1"/>
              <a:t>Colour</a:t>
            </a:r>
            <a:r>
              <a:rPr lang="en-US" dirty="0"/>
              <a:t> swatches (Pantone book)</a:t>
            </a:r>
          </a:p>
          <a:p>
            <a:pPr lvl="1" indent="-2286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Tensile testing machine for straps/zippers</a:t>
            </a:r>
          </a:p>
          <a:p>
            <a:pPr lvl="1" indent="-2286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Caliper or micrometer</a:t>
            </a:r>
          </a:p>
        </p:txBody>
      </p:sp>
    </p:spTree>
    <p:extLst>
      <p:ext uri="{BB962C8B-B14F-4D97-AF65-F5344CB8AC3E}">
        <p14:creationId xmlns:p14="http://schemas.microsoft.com/office/powerpoint/2010/main" val="27668022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0F3A4A-67A4-2D53-9B27-B8389B098B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78E41-63A6-681B-0B5E-DA208B520C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9075" y="456061"/>
            <a:ext cx="2588925" cy="4638825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ctr"/>
            <a:r>
              <a:rPr lang="en-US" dirty="0"/>
              <a:t>Assembly Process</a:t>
            </a:r>
            <a:endParaRPr lang="en-US" b="1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81E5BD1-FBD6-6F45-0EAB-2590B2643B8B}"/>
              </a:ext>
            </a:extLst>
          </p:cNvPr>
          <p:cNvSpPr txBox="1"/>
          <p:nvPr/>
        </p:nvSpPr>
        <p:spPr>
          <a:xfrm>
            <a:off x="3260035" y="456061"/>
            <a:ext cx="8472890" cy="463882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>
              <a:buNone/>
            </a:pPr>
            <a:r>
              <a:rPr lang="en-US" sz="2000" b="1" dirty="0"/>
              <a:t>Steps:</a:t>
            </a:r>
            <a:endParaRPr lang="en-US" sz="2000" dirty="0"/>
          </a:p>
          <a:p>
            <a:pPr lvl="1">
              <a:buFont typeface="+mj-lt"/>
              <a:buAutoNum type="arabicPeriod"/>
            </a:pPr>
            <a:r>
              <a:rPr lang="en-US" sz="2000" b="1" dirty="0"/>
              <a:t>Material Cutting:</a:t>
            </a:r>
            <a:r>
              <a:rPr lang="en-US" sz="2000" dirty="0"/>
              <a:t> Using die cutting machines or laser cutters to shape fabric pieces.</a:t>
            </a:r>
          </a:p>
          <a:p>
            <a:pPr lvl="1">
              <a:buFont typeface="+mj-lt"/>
              <a:buAutoNum type="arabicPeriod"/>
            </a:pPr>
            <a:r>
              <a:rPr lang="en-US" sz="2000" b="1" dirty="0"/>
              <a:t>Printing/Embroidery:</a:t>
            </a:r>
            <a:r>
              <a:rPr lang="en-US" sz="2000" dirty="0"/>
              <a:t> Applying logos or designs on panels.</a:t>
            </a:r>
          </a:p>
          <a:p>
            <a:pPr lvl="1">
              <a:buFont typeface="+mj-lt"/>
              <a:buAutoNum type="arabicPeriod"/>
            </a:pPr>
            <a:r>
              <a:rPr lang="en-US" sz="2000" b="1" dirty="0"/>
              <a:t>Sewing:</a:t>
            </a:r>
            <a:r>
              <a:rPr lang="en-US" sz="2000" dirty="0"/>
              <a:t> Stitching panels using industrial sewing machines.</a:t>
            </a:r>
          </a:p>
          <a:p>
            <a:pPr lvl="1">
              <a:buFont typeface="+mj-lt"/>
              <a:buAutoNum type="arabicPeriod"/>
            </a:pPr>
            <a:r>
              <a:rPr lang="en-US" sz="2000" b="1" dirty="0"/>
              <a:t>Component Attachment:</a:t>
            </a:r>
            <a:r>
              <a:rPr lang="en-US" sz="2000" dirty="0"/>
              <a:t> Add zippers, buckles, straps, lining.</a:t>
            </a:r>
          </a:p>
          <a:p>
            <a:pPr lvl="1">
              <a:buFont typeface="+mj-lt"/>
              <a:buAutoNum type="arabicPeriod"/>
            </a:pPr>
            <a:r>
              <a:rPr lang="en-US" sz="2000" b="1" dirty="0"/>
              <a:t>Shaping/Forming:</a:t>
            </a:r>
            <a:r>
              <a:rPr lang="en-US" sz="2000" dirty="0"/>
              <a:t> Heat press or molds to ensure structure.</a:t>
            </a:r>
          </a:p>
          <a:p>
            <a:pPr>
              <a:buNone/>
            </a:pPr>
            <a:r>
              <a:rPr lang="en-US" sz="2000" b="1" dirty="0"/>
              <a:t>Tools/Fixtures Used:</a:t>
            </a:r>
            <a:endParaRPr lang="en-US" sz="2000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dirty="0"/>
              <a:t>Industrial sewing machines (flat-bed, cylinder-bed, bar-tack)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dirty="0"/>
              <a:t>Heat press machines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dirty="0"/>
              <a:t>Cutting dies and cutting tables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dirty="0"/>
              <a:t>Riveting tools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dirty="0"/>
              <a:t>Templates and jigs for alignment</a:t>
            </a:r>
          </a:p>
        </p:txBody>
      </p:sp>
    </p:spTree>
    <p:extLst>
      <p:ext uri="{BB962C8B-B14F-4D97-AF65-F5344CB8AC3E}">
        <p14:creationId xmlns:p14="http://schemas.microsoft.com/office/powerpoint/2010/main" val="18518011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F9B6B5-FD38-F3DB-DE91-AA4A6EFC2D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9DE2C7-3451-0B9A-1B1D-0081F4A79C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9075" y="456061"/>
            <a:ext cx="2588925" cy="4638825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ctr"/>
            <a:r>
              <a:rPr lang="en-US" dirty="0"/>
              <a:t>Testing Process – Test Items &amp; Criteria</a:t>
            </a:r>
            <a:endParaRPr lang="en-US" b="1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0CEEEAB-E56A-85A5-C625-10BCB2485DDE}"/>
              </a:ext>
            </a:extLst>
          </p:cNvPr>
          <p:cNvSpPr txBox="1"/>
          <p:nvPr/>
        </p:nvSpPr>
        <p:spPr>
          <a:xfrm>
            <a:off x="3260035" y="456061"/>
            <a:ext cx="8472890" cy="463882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>
              <a:buNone/>
            </a:pPr>
            <a:r>
              <a:rPr lang="en-US" b="1" dirty="0"/>
              <a:t>In-Line &amp; Final QC Checks:</a:t>
            </a:r>
            <a:endParaRPr lang="en-US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b="1" dirty="0"/>
              <a:t>Visual Inspection:</a:t>
            </a:r>
            <a:r>
              <a:rPr lang="en-US" dirty="0"/>
              <a:t> Seams, threads, cleanliness, logo position.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b="1" dirty="0"/>
              <a:t>Functionality Test:</a:t>
            </a:r>
            <a:endParaRPr lang="en-US" dirty="0"/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/>
              <a:t>Zipper smoothness test (open/close cycles)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/>
              <a:t>Buckle/snaps durability test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/>
              <a:t>Strap pull test (simulate load-bearing)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b="1" dirty="0"/>
              <a:t>Dimension Check:</a:t>
            </a:r>
            <a:r>
              <a:rPr lang="en-US" dirty="0"/>
              <a:t> Bag size, pocket placement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b="1" dirty="0"/>
              <a:t>Load Testing:</a:t>
            </a:r>
            <a:r>
              <a:rPr lang="en-US" dirty="0"/>
              <a:t> Typically 2-3x designed load for 24-48 </a:t>
            </a:r>
            <a:r>
              <a:rPr lang="en-US" dirty="0" err="1"/>
              <a:t>hrs</a:t>
            </a:r>
            <a:r>
              <a:rPr lang="en-US" dirty="0"/>
              <a:t> hanging test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b="1" dirty="0"/>
              <a:t>Water Resistance Test:</a:t>
            </a:r>
            <a:r>
              <a:rPr lang="en-US" dirty="0"/>
              <a:t> For outdoor/travel bags</a:t>
            </a:r>
          </a:p>
          <a:p>
            <a:pPr>
              <a:buNone/>
            </a:pPr>
            <a:r>
              <a:rPr lang="en-US" b="1" dirty="0"/>
              <a:t>Tools/Fixtures Used:</a:t>
            </a:r>
            <a:endParaRPr lang="en-US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Pull test machine (tensile strength)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Zipper cycling tester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Measurement tape and templates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Water spray tester (if water-resistant bags)</a:t>
            </a:r>
          </a:p>
          <a:p>
            <a:pPr>
              <a:buNone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6990296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CF6B17-4B7E-5A38-074A-9F9E6C3286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F86A86-F0D6-1973-E223-7B78CA2623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9075" y="474800"/>
            <a:ext cx="3410560" cy="4638825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ctr"/>
            <a:r>
              <a:rPr lang="en-US" dirty="0"/>
              <a:t>Packing Requirements</a:t>
            </a:r>
            <a:endParaRPr lang="en-US" b="1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FBCA8B1-FCD1-1969-EF95-26A8596999D7}"/>
              </a:ext>
            </a:extLst>
          </p:cNvPr>
          <p:cNvSpPr txBox="1"/>
          <p:nvPr/>
        </p:nvSpPr>
        <p:spPr>
          <a:xfrm>
            <a:off x="3988903" y="456061"/>
            <a:ext cx="7744021" cy="560018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>
              <a:buNone/>
            </a:pPr>
            <a:r>
              <a:rPr lang="en-US" sz="2000" b="1" dirty="0"/>
              <a:t>Steps:</a:t>
            </a:r>
            <a:endParaRPr lang="en-US" sz="2000" dirty="0"/>
          </a:p>
          <a:p>
            <a:pPr lvl="1">
              <a:buFont typeface="+mj-lt"/>
              <a:buAutoNum type="arabicPeriod"/>
            </a:pPr>
            <a:r>
              <a:rPr lang="en-US" sz="2000" b="1" dirty="0"/>
              <a:t>Dust Cleaning:</a:t>
            </a:r>
            <a:r>
              <a:rPr lang="en-US" sz="2000" dirty="0"/>
              <a:t> Air gun or lint rollers to remove debris.</a:t>
            </a:r>
          </a:p>
          <a:p>
            <a:pPr lvl="1">
              <a:buFont typeface="+mj-lt"/>
              <a:buAutoNum type="arabicPeriod"/>
            </a:pPr>
            <a:r>
              <a:rPr lang="en-US" sz="2000" b="1" dirty="0"/>
              <a:t>Folding:</a:t>
            </a:r>
            <a:r>
              <a:rPr lang="en-US" sz="2000" dirty="0"/>
              <a:t> Fold based on guidelines (to avoid wrinkle/crease in logos).</a:t>
            </a:r>
          </a:p>
          <a:p>
            <a:pPr lvl="1">
              <a:buFont typeface="+mj-lt"/>
              <a:buAutoNum type="arabicPeriod"/>
            </a:pPr>
            <a:r>
              <a:rPr lang="en-US" sz="2000" b="1" dirty="0"/>
              <a:t>Stuffing:</a:t>
            </a:r>
            <a:r>
              <a:rPr lang="en-US" sz="2000" dirty="0"/>
              <a:t> Add paper or foam to maintain shape.</a:t>
            </a:r>
          </a:p>
          <a:p>
            <a:pPr lvl="1">
              <a:buFont typeface="+mj-lt"/>
              <a:buAutoNum type="arabicPeriod"/>
            </a:pPr>
            <a:r>
              <a:rPr lang="en-US" sz="2000" b="1" dirty="0"/>
              <a:t>Packaging:</a:t>
            </a:r>
            <a:endParaRPr lang="en-US" sz="2000" dirty="0"/>
          </a:p>
          <a:p>
            <a:pPr marL="1200150" lvl="2" indent="-285750">
              <a:buFont typeface="+mj-lt"/>
              <a:buAutoNum type="arabicPeriod"/>
            </a:pPr>
            <a:r>
              <a:rPr lang="en-US" sz="2000" dirty="0"/>
              <a:t>Poly bag (PE/PP) or non-woven bags</a:t>
            </a:r>
          </a:p>
          <a:p>
            <a:pPr marL="1200150" lvl="2" indent="-285750">
              <a:buFont typeface="+mj-lt"/>
              <a:buAutoNum type="arabicPeriod"/>
            </a:pPr>
            <a:r>
              <a:rPr lang="en-US" sz="2000" dirty="0"/>
              <a:t>Desiccant packets (if needed)</a:t>
            </a:r>
          </a:p>
          <a:p>
            <a:pPr marL="1200150" lvl="2" indent="-285750">
              <a:buFont typeface="+mj-lt"/>
              <a:buAutoNum type="arabicPeriod"/>
            </a:pPr>
            <a:r>
              <a:rPr lang="en-US" sz="2000" dirty="0"/>
              <a:t>Box packaging with barcode/labels</a:t>
            </a:r>
          </a:p>
          <a:p>
            <a:pPr lvl="1">
              <a:buFont typeface="+mj-lt"/>
              <a:buAutoNum type="arabicPeriod"/>
            </a:pPr>
            <a:r>
              <a:rPr lang="en-US" sz="2000" b="1" dirty="0"/>
              <a:t>Carton Labelling:</a:t>
            </a:r>
            <a:r>
              <a:rPr lang="en-US" sz="2000" dirty="0"/>
              <a:t> </a:t>
            </a:r>
          </a:p>
          <a:p>
            <a:pPr lvl="2">
              <a:buFont typeface="+mj-lt"/>
              <a:buAutoNum type="arabicPeriod"/>
            </a:pPr>
            <a:r>
              <a:rPr lang="en-US" sz="2000" dirty="0"/>
              <a:t>Product name, </a:t>
            </a:r>
            <a:r>
              <a:rPr lang="en-US" sz="2000" dirty="0" err="1"/>
              <a:t>colour</a:t>
            </a:r>
            <a:r>
              <a:rPr lang="en-US" sz="2000" dirty="0"/>
              <a:t>, quantity, and batch number.</a:t>
            </a:r>
          </a:p>
          <a:p>
            <a:pPr>
              <a:buNone/>
            </a:pPr>
            <a:r>
              <a:rPr lang="en-US" sz="2000" b="1" dirty="0"/>
              <a:t>Fixtures/Tools Used:</a:t>
            </a:r>
            <a:endParaRPr lang="en-US" sz="2000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dirty="0"/>
              <a:t>Folding templates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dirty="0"/>
              <a:t>Heat sealing machine for polybags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dirty="0"/>
              <a:t>Barcode label printer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dirty="0"/>
              <a:t>Packaging jig/board for uniform packing</a:t>
            </a:r>
          </a:p>
          <a:p>
            <a:pPr>
              <a:buNone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6583909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0ECF3F-09D8-E78B-F5E7-CB9A49919D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74882A-1CD9-3BDF-2342-E63A25B98E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9075" y="474800"/>
            <a:ext cx="2933482" cy="4638825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ctr"/>
            <a:r>
              <a:rPr lang="en-US" dirty="0"/>
              <a:t>OQC (Sampling) &amp; Shipping</a:t>
            </a:r>
            <a:endParaRPr lang="en-US" b="1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B8F3154-3027-3F6E-6B99-27564E398C77}"/>
              </a:ext>
            </a:extLst>
          </p:cNvPr>
          <p:cNvSpPr txBox="1"/>
          <p:nvPr/>
        </p:nvSpPr>
        <p:spPr>
          <a:xfrm>
            <a:off x="3988903" y="456061"/>
            <a:ext cx="7744021" cy="560018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>
              <a:buNone/>
            </a:pPr>
            <a:r>
              <a:rPr lang="en-US" sz="2400" b="1" dirty="0"/>
              <a:t>OQC Checks:</a:t>
            </a:r>
            <a:endParaRPr lang="en-US" sz="2400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dirty="0"/>
              <a:t>Random sampling (AQL standards)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dirty="0"/>
              <a:t>Re-check key points from previous stages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dirty="0"/>
              <a:t>Drop test after final packing (simulate shipping conditions)</a:t>
            </a:r>
          </a:p>
          <a:p>
            <a:pPr>
              <a:buNone/>
            </a:pPr>
            <a:r>
              <a:rPr lang="en-US" sz="2400" b="1" dirty="0"/>
              <a:t>Shipping Process:</a:t>
            </a:r>
            <a:endParaRPr lang="en-US" sz="2400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dirty="0"/>
              <a:t>Load packed cartons to pallets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dirty="0"/>
              <a:t>Stretch wrapping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dirty="0"/>
              <a:t>Loading to containers with shipping marks</a:t>
            </a:r>
          </a:p>
          <a:p>
            <a:pPr>
              <a:buNone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9510751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F2C302-4FAD-07B9-6245-3B8774664B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17DC34-2973-B34E-52DC-A89927249B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3583" y="548640"/>
            <a:ext cx="11290851" cy="1133856"/>
          </a:xfrm>
        </p:spPr>
        <p:txBody>
          <a:bodyPr anchor="t">
            <a:normAutofit/>
          </a:bodyPr>
          <a:lstStyle/>
          <a:p>
            <a:r>
              <a:rPr lang="en-TW"/>
              <a:t>Software Systems in Bags Manufacturing Factory</a:t>
            </a:r>
            <a:endParaRPr lang="en-TW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7BC1EFB-E685-8DE6-678D-0C52F97FBB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51" y="1252662"/>
            <a:ext cx="11975332" cy="5174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4063789"/>
      </p:ext>
    </p:extLst>
  </p:cSld>
  <p:clrMapOvr>
    <a:masterClrMapping/>
  </p:clrMapOvr>
</p:sld>
</file>

<file path=ppt/theme/theme1.xml><?xml version="1.0" encoding="utf-8"?>
<a:theme xmlns:a="http://schemas.openxmlformats.org/drawingml/2006/main" name="VanillaVTI">
  <a:themeElements>
    <a:clrScheme name="Vanilla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nillaVTI" id="{54D376C6-1C9B-4C6B-8F3C-483BB307BB05}" vid="{7690D8A9-C071-45EF-BA7A-F7FA9779B11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4660</TotalTime>
  <Words>544</Words>
  <Application>Microsoft Macintosh PowerPoint</Application>
  <PresentationFormat>Widescreen</PresentationFormat>
  <Paragraphs>87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Neue Haas Grotesk Text Pro</vt:lpstr>
      <vt:lpstr>VanillaVTI</vt:lpstr>
      <vt:lpstr>Amazing Talker 金牌🏅講師</vt:lpstr>
      <vt:lpstr>General Product Business Process</vt:lpstr>
      <vt:lpstr>General Product Factory Process</vt:lpstr>
      <vt:lpstr>IQC – Incoming Quality Control Criteria</vt:lpstr>
      <vt:lpstr>Assembly Process</vt:lpstr>
      <vt:lpstr>Testing Process – Test Items &amp; Criteria</vt:lpstr>
      <vt:lpstr>Packing Requirements</vt:lpstr>
      <vt:lpstr>OQC (Sampling) &amp; Shipping</vt:lpstr>
      <vt:lpstr>Software Systems in Bags Manufacturing Factory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Nelson Lai</dc:creator>
  <cp:lastModifiedBy>Nelson Lai</cp:lastModifiedBy>
  <cp:revision>40</cp:revision>
  <dcterms:created xsi:type="dcterms:W3CDTF">2025-03-24T14:43:29Z</dcterms:created>
  <dcterms:modified xsi:type="dcterms:W3CDTF">2025-05-09T19:18:47Z</dcterms:modified>
</cp:coreProperties>
</file>